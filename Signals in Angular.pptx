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3"/>
  </p:notesMasterIdLst>
  <p:sldIdLst>
    <p:sldId id="256" r:id="rId2"/>
    <p:sldId id="258" r:id="rId3"/>
    <p:sldId id="257" r:id="rId4"/>
    <p:sldId id="259" r:id="rId5"/>
    <p:sldId id="262" r:id="rId6"/>
    <p:sldId id="260" r:id="rId7"/>
    <p:sldId id="261" r:id="rId8"/>
    <p:sldId id="263" r:id="rId9"/>
    <p:sldId id="270" r:id="rId10"/>
    <p:sldId id="264" r:id="rId11"/>
    <p:sldId id="265" r:id="rId12"/>
    <p:sldId id="266" r:id="rId13"/>
    <p:sldId id="267" r:id="rId14"/>
    <p:sldId id="268" r:id="rId15"/>
    <p:sldId id="271" r:id="rId16"/>
    <p:sldId id="269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1" r:id="rId28"/>
    <p:sldId id="287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26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27784-C285-4B21-BA6B-B3499FBD7B11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3DBBED-931B-4EE7-9616-2DA9C22A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530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DBBED-931B-4EE7-9616-2DA9C22A96F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714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48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613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936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56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207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40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69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23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158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552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36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0303FB-695A-4F0B-A3A5-34DCA9D692C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234E15-4910-40B4-B030-F4C36172A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1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angular.dev/guide/signals/effect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justangular.com/blog/a-change-detection-zone-js-zoneless-local-change-detection-and-signals-story/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justangular.com/blog/a-change-detection-zone-js-zoneless-local-change-detection-and-signals-story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ustangular.com/blog/a-change-detection-zone-js-zoneless-local-change-detection-and-signals-story/" TargetMode="External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justangular.com/blog/a-change-detection-zone-js-zoneless-local-change-detection-and-signals-story/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41A13-12AD-71D6-6E6C-07FCB03B66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Signals in Angular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CFA7D-4C8C-C7FC-BF68-0E3C73F31FCF}"/>
              </a:ext>
            </a:extLst>
          </p:cNvPr>
          <p:cNvSpPr txBox="1"/>
          <p:nvPr/>
        </p:nvSpPr>
        <p:spPr>
          <a:xfrm>
            <a:off x="474133" y="6073422"/>
            <a:ext cx="1563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Michał Paduch</a:t>
            </a:r>
          </a:p>
        </p:txBody>
      </p:sp>
    </p:spTree>
    <p:extLst>
      <p:ext uri="{BB962C8B-B14F-4D97-AF65-F5344CB8AC3E}">
        <p14:creationId xmlns:p14="http://schemas.microsoft.com/office/powerpoint/2010/main" val="3055739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F23FE-178C-D1C7-1F8C-39A2DA77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50F1F-ECA0-3E44-8A4E-41AC8B4A6F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Signals in Angular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AD1D09-3D5D-A0E6-7285-61F6535245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Or Signals vs RXJS</a:t>
            </a:r>
          </a:p>
        </p:txBody>
      </p:sp>
    </p:spTree>
    <p:extLst>
      <p:ext uri="{BB962C8B-B14F-4D97-AF65-F5344CB8AC3E}">
        <p14:creationId xmlns:p14="http://schemas.microsoft.com/office/powerpoint/2010/main" val="183123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E7300-C8FF-B07C-2872-88C41B418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signal(): </a:t>
            </a:r>
            <a:r>
              <a:rPr lang="en-US" dirty="0" err="1"/>
              <a:t>WritableSignal</a:t>
            </a:r>
            <a:r>
              <a:rPr lang="en-US" dirty="0"/>
              <a:t>&lt;T&gt;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5EB23-5959-A26E-57F1-5D3858781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count = signal(1);</a:t>
            </a:r>
          </a:p>
          <a:p>
            <a:endParaRPr lang="en-US" dirty="0"/>
          </a:p>
          <a:p>
            <a:r>
              <a:rPr lang="en-US" dirty="0"/>
              <a:t>count(); – reads value</a:t>
            </a:r>
          </a:p>
          <a:p>
            <a:r>
              <a:rPr lang="en-US" dirty="0" err="1"/>
              <a:t>count.set</a:t>
            </a:r>
            <a:r>
              <a:rPr lang="en-US" dirty="0"/>
              <a:t>(2); – sets new value</a:t>
            </a:r>
          </a:p>
          <a:p>
            <a:r>
              <a:rPr lang="en-US" dirty="0" err="1"/>
              <a:t>count.update</a:t>
            </a:r>
            <a:r>
              <a:rPr lang="en-US" dirty="0"/>
              <a:t>(x =&gt; x + 1); – updates value based on current</a:t>
            </a:r>
          </a:p>
          <a:p>
            <a:r>
              <a:rPr lang="en-US" dirty="0"/>
              <a:t> </a:t>
            </a:r>
            <a:r>
              <a:rPr lang="en-US" dirty="0" err="1"/>
              <a:t>count.asReadonly</a:t>
            </a:r>
            <a:r>
              <a:rPr lang="en-US" dirty="0"/>
              <a:t>(); - exposes signal as cannot change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956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66708-CD71-7A72-8BC1-AEA8B642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74726-9BA2-8905-616A-BD4D5A67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computed(): Signal&lt;T&gt;</a:t>
            </a:r>
          </a:p>
        </p:txBody>
      </p:sp>
    </p:spTree>
    <p:extLst>
      <p:ext uri="{BB962C8B-B14F-4D97-AF65-F5344CB8AC3E}">
        <p14:creationId xmlns:p14="http://schemas.microsoft.com/office/powerpoint/2010/main" val="688520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3EEF8-8E07-DD33-D6A2-AB5B8A0C6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D3BB1-AC92-E8F7-456C-E8209560D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computed(): Signal&lt;T&gt;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A4A8C-E503-5639-352F-B3A1DD171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doubled = computed(() =&gt; count() * 2);</a:t>
            </a:r>
          </a:p>
          <a:p>
            <a:endParaRPr lang="en-US" dirty="0"/>
          </a:p>
          <a:p>
            <a:r>
              <a:rPr lang="en-US" dirty="0"/>
              <a:t>Automatically unsubscribes – has to be created in injection context.</a:t>
            </a:r>
          </a:p>
          <a:p>
            <a:r>
              <a:rPr lang="en-US" dirty="0"/>
              <a:t>lazy evaluated – triggered only when actually used somewhere</a:t>
            </a:r>
          </a:p>
          <a:p>
            <a:r>
              <a:rPr lang="en-US" dirty="0" err="1"/>
              <a:t>memoization</a:t>
            </a:r>
            <a:r>
              <a:rPr lang="en-US" dirty="0"/>
              <a:t> – calculated once, even when used multiple times</a:t>
            </a:r>
          </a:p>
          <a:p>
            <a:r>
              <a:rPr lang="en-US" dirty="0"/>
              <a:t>calculated only when used signals changed value</a:t>
            </a:r>
          </a:p>
          <a:p>
            <a:r>
              <a:rPr lang="en-US" dirty="0"/>
              <a:t>batching changes – computed is calculated once, even when multiple used signals changes value</a:t>
            </a:r>
          </a:p>
          <a:p>
            <a:r>
              <a:rPr lang="en-US" dirty="0"/>
              <a:t>computed computes value in microtask, after first used signal changed.</a:t>
            </a:r>
          </a:p>
          <a:p>
            <a:r>
              <a:rPr lang="en-US" dirty="0"/>
              <a:t>untracked(() =&gt; {}) can be used to not track signal changes.</a:t>
            </a:r>
          </a:p>
          <a:p>
            <a:r>
              <a:rPr lang="en-US" dirty="0"/>
              <a:t>peek – depending on where it is used can be live (bindings will update value every time it changes) or peek (just getting newest value)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56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5C870-76A5-85EB-40A1-CCB162F73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D914D-A9AB-2775-595F-8A8B740E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effect(() =&gt; {});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097C2-0261-CBB1-A54E-D9B398709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effect(() =&gt; {</a:t>
            </a:r>
          </a:p>
          <a:p>
            <a:pPr marL="0" indent="0">
              <a:buNone/>
            </a:pPr>
            <a:r>
              <a:rPr lang="en-US" dirty="0"/>
              <a:t>	console.log(</a:t>
            </a:r>
            <a:r>
              <a:rPr lang="en-US" dirty="0" err="1"/>
              <a:t>this.doubled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Automatically unsubscribes - has to be created in </a:t>
            </a:r>
            <a:r>
              <a:rPr lang="en-US" dirty="0" err="1"/>
              <a:t>injectionContext</a:t>
            </a:r>
            <a:r>
              <a:rPr lang="en-US" dirty="0"/>
              <a:t> (or injector has to be provided)</a:t>
            </a:r>
          </a:p>
          <a:p>
            <a:r>
              <a:rPr lang="en-US" dirty="0"/>
              <a:t>calculated only when used signals changed value</a:t>
            </a:r>
          </a:p>
          <a:p>
            <a:r>
              <a:rPr lang="en-US" dirty="0"/>
              <a:t>batching changes – effect is run once, even when multiple used signals changes value</a:t>
            </a:r>
          </a:p>
          <a:p>
            <a:r>
              <a:rPr lang="en-US" dirty="0"/>
              <a:t>effect runs in microtask, after first used signal changed.</a:t>
            </a:r>
          </a:p>
          <a:p>
            <a:r>
              <a:rPr lang="en-US" dirty="0"/>
              <a:t>untracked(() =&gt; {}) can be used to not track signal changes.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17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B057F-3A9F-3E3F-C68A-9650B82A7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2DD98-5385-AFE2-080B-0C429AE5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effect(() =&gt; {}); - when to use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3350A34-02C9-3A3D-26BA-FFD971D0F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b="1" dirty="0"/>
              <a:t>TIP:</a:t>
            </a:r>
            <a:r>
              <a:rPr lang="en-US" dirty="0"/>
              <a:t> There are no situations where effect is good, only situations where it is appropriate.</a:t>
            </a:r>
          </a:p>
          <a:p>
            <a:r>
              <a:rPr lang="en-US" dirty="0"/>
              <a:t>Logging signal values, either for analytics or as a debugging tool.</a:t>
            </a:r>
          </a:p>
          <a:p>
            <a:r>
              <a:rPr lang="en-US" dirty="0"/>
              <a:t>Keeping data in sync with different kind of storages: </a:t>
            </a:r>
            <a:r>
              <a:rPr lang="en-US" dirty="0" err="1"/>
              <a:t>window.localStorage</a:t>
            </a:r>
            <a:r>
              <a:rPr lang="en-US" dirty="0"/>
              <a:t>, session storage, cookies etc.</a:t>
            </a:r>
          </a:p>
          <a:p>
            <a:r>
              <a:rPr lang="en-US" dirty="0"/>
              <a:t>Adding custom DOM behavior that can't be expressed with template syntax.</a:t>
            </a:r>
          </a:p>
          <a:p>
            <a:r>
              <a:rPr lang="en-US" dirty="0"/>
              <a:t>Performing custom rendering to a &lt;canvas&gt; element, charting library, or other third party UI library.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9005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268BE-8161-831B-02FB-B5404A9B5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593D3-CC6F-C37E-4646-FF57A5468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afterRenderEffect</a:t>
            </a:r>
            <a:endParaRPr lang="en-US" dirty="0"/>
          </a:p>
          <a:p>
            <a:r>
              <a:rPr lang="en-US" dirty="0" err="1"/>
              <a:t>afterNextRender</a:t>
            </a:r>
            <a:endParaRPr lang="en-US" dirty="0"/>
          </a:p>
          <a:p>
            <a:r>
              <a:rPr lang="en-US" dirty="0" err="1"/>
              <a:t>afterEveryRender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https://angular.dev/guide/signals/effect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50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120AE-476C-2728-DC67-BFB215FC2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Change Detection - Eager/Default</a:t>
            </a:r>
          </a:p>
        </p:txBody>
      </p:sp>
    </p:spTree>
    <p:extLst>
      <p:ext uri="{BB962C8B-B14F-4D97-AF65-F5344CB8AC3E}">
        <p14:creationId xmlns:p14="http://schemas.microsoft.com/office/powerpoint/2010/main" val="522497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836C450-0F98-5128-CAC0-8ECAB16D33A8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D1A39362-7102-67E3-E6F3-36FB909F37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9AF724-7AE4-5167-61F7-8C83AF8CB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927" y="70436"/>
            <a:ext cx="5968146" cy="597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186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747B0-B821-47D7-B9F4-F0644A3A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54BEF5-610E-15D7-56CC-43468B0F6D64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489A7B6B-9CD4-FD58-9036-FDE0F46DB0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1FC9EF-388F-195D-1DDC-C1BBAE024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652" y="749742"/>
            <a:ext cx="8387065" cy="356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47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2910-D91F-BD1F-51F8-416298174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D137F3-64C7-3253-F91F-61BC5EE9077A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F74700F0-ED2E-6A93-BA3E-36F4BFAC54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F35A79-E440-CA0F-90AF-3582C4EAA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11C48-394C-E6C4-8656-84A51C343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3410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3F35E-1D18-4913-D115-8A35780B1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4972AC4-6CDF-5B89-436B-C1047405E56B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3D4D3075-C60D-7E24-592C-A69B9A50CD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84A015-CD84-D659-E49E-E83B563F1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FAF41A-FF7D-9050-D8DF-A8F1BBA8D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3D05F17-DA17-81EF-0BCB-CB82B8C85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171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90A73-EDB3-BA5B-DBCE-A25F969AC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B8535AA-39FB-B79D-80BE-D7A9ADCA4EBA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A4B2EEE9-5915-B010-9A87-6EC77741AC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DA39C9-8097-CA7C-0F59-9C63D66AE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69F870-4027-96B3-585A-9E2415D9E3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66F73F-8F7C-98ED-FB2C-34768AF0E3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6574AA-AB3B-22C3-1298-3289C0DF8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213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0F2D-CAE1-7699-780C-DE1BCF711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536CD-FDDF-E4DD-BAA5-1BFED6345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Change Detection - </a:t>
            </a:r>
            <a:r>
              <a:rPr lang="en-US" dirty="0" err="1"/>
              <a:t>OnPush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106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D6C6-389E-C592-98E1-263E945CC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56CF36-650A-2B68-A12D-1D7972978734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D9F0CE1C-7F3D-249D-65D3-CA0D75056E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608A52-1F2B-674F-19FA-1B2975663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F8BFDB-082F-EEC9-8F22-4208FD39E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83F71-FA30-8873-CAC7-D2E3B9EE8D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9917102-7A83-BA4A-3F46-306D12CA4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7619D0-DFB9-DBA5-4FB9-24CCB29A65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508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21B3C-8BA7-3E1A-7716-A63C49A5D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6D152DA-F566-33C9-C85A-1E854B2CDCB1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C4E1B16B-FF4D-41A1-83C4-2C11A96561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8BB5B0-1601-2F7F-CED9-F31937115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336390-B69D-A58F-5EB1-850484363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1FAA0C-BD96-7EF1-9D8F-33696A01B2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C3E43E-7AB2-689D-4CFF-0BF692842E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C6B14-B3C1-F813-D5B1-409ACFBA62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D1BC0B-6FDD-4F5E-CFFC-2CEC0A5152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985" y="171387"/>
            <a:ext cx="8686223" cy="572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418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098EE-927B-A390-AA34-CAE74A57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BD5F48D-5DDA-9ED7-A5AD-57DA8CA6052B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F006E18D-7389-3949-42D6-40A610CC63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CD781E-8E38-6238-5240-6FC5C7ECC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4507DF-77FE-CCCA-D474-E5450E344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CF3411-8B40-25AA-A206-0FE54858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1564B3-5AC2-B954-D744-5EB66A973E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76F2D0-9397-0E28-EAAE-5D5660CCC4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845569-EDD7-F98A-715E-E9A8CD9377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985" y="171387"/>
            <a:ext cx="8686223" cy="57258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4948804-9649-688D-18F8-5F00BC684D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2492" y="47494"/>
            <a:ext cx="9122504" cy="598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136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08547-E284-F5BD-1B4A-2A2642942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CCF147-28FA-1650-3D8A-A3685D91F970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60BC2D5A-8143-8AD8-F8E3-642013C402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7ECE54-13C8-CD55-F14A-0A3369DC9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1A19DC-5046-0FDF-6DBA-79D2BAF89F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4750" y="183867"/>
            <a:ext cx="8516539" cy="57348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2F931B-05A7-A150-98FB-A934DFEC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750" y="183867"/>
            <a:ext cx="8507012" cy="5706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1E427FC-3342-E199-FDA6-8A4094A641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223" y="236262"/>
            <a:ext cx="8507012" cy="5668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C6F849-9B6A-BF61-6758-A3737BC249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5696" y="286275"/>
            <a:ext cx="8478433" cy="5611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DB03D9-763A-B68F-8AE5-7361969880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9985" y="171387"/>
            <a:ext cx="8686223" cy="57258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E78036-7786-B37C-1AF5-FF62BE9692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2492" y="47494"/>
            <a:ext cx="9122504" cy="5980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494ACB-A787-399C-CBBF-0EFC9CB39EE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41989" y="9275"/>
            <a:ext cx="9122504" cy="6040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9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83B9D-A32D-F27E-CFE7-59632ADAA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34FC631-3521-93BB-F983-4A652F2D9AE2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48B87EE1-8CAF-089F-B636-381DC70768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E43728-5CB5-2FAA-114A-9EBE5841B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871" y="749741"/>
            <a:ext cx="8440328" cy="35914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F33D72-8478-C547-5840-E00B7C75B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9239" y="264373"/>
            <a:ext cx="8487960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14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BD8DA-8159-136E-323B-0CD19ABB7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F3549E-9B7C-7AFB-F49E-BC48C030C31D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3C2182CF-1FCE-B895-D82E-74AF7A8639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3DF12B-8D64-C7A6-D828-346E66646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730" y="745378"/>
            <a:ext cx="8478433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808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75B0-13B8-3713-3E8E-98F12CEC2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5755B54-F87C-8027-FBF3-76C7F44170DE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D8A679E0-5813-E586-E6B3-8CD536FC85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674533" cy="367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AF8DE-87A6-DEE8-06C7-89CC89B2F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730" y="745378"/>
            <a:ext cx="8478433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57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D37CE-2856-BE0C-473B-798DD8551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BBC21-479F-1BB0-3D38-B0F7F1EA7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Change Detection - Signal</a:t>
            </a:r>
          </a:p>
        </p:txBody>
      </p:sp>
    </p:spTree>
    <p:extLst>
      <p:ext uri="{BB962C8B-B14F-4D97-AF65-F5344CB8AC3E}">
        <p14:creationId xmlns:p14="http://schemas.microsoft.com/office/powerpoint/2010/main" val="2530304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DE76-E8A6-3212-C751-5C03D7D8D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2A718F-60E3-9429-FAB1-65747B0BA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72" y="685417"/>
            <a:ext cx="8487960" cy="54871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A75853-21D3-7942-29BA-1D5C591094B3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8121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068D7-03DC-1A1C-F346-659BC51E2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5A971FE-C352-B79B-9FBC-5DB750131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72" y="685417"/>
            <a:ext cx="8487960" cy="5487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D7814E-4BBC-AF7C-50C2-227CB07C6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520" y="685417"/>
            <a:ext cx="8507012" cy="54776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FB5F0D-C2EB-B172-9F5A-5A79EB526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5918" y="1409905"/>
            <a:ext cx="3903829" cy="40286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8F8B43D-9AB4-31DA-41B7-E5C9BA084F1E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0519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8168D-3939-ECDA-8752-A49BA569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977F08-B964-6F44-EAC3-953529013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72" y="685417"/>
            <a:ext cx="8487960" cy="54871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01C51F-0276-9F49-E12F-66468AA2B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520" y="685417"/>
            <a:ext cx="8507012" cy="54776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035776-6CD7-CF04-1D67-BA0D68AD5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5918" y="1409905"/>
            <a:ext cx="3903829" cy="4028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302481-0B99-BD88-4326-7FE31A9F4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7046" y="675890"/>
            <a:ext cx="8507012" cy="5477639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0B0347B6-82CB-E417-1325-0E065598A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Zoneless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C3CF96-6301-AFB7-C16F-50947C4A9B36}"/>
              </a:ext>
            </a:extLst>
          </p:cNvPr>
          <p:cNvSpPr txBox="1"/>
          <p:nvPr/>
        </p:nvSpPr>
        <p:spPr>
          <a:xfrm>
            <a:off x="63926" y="6304801"/>
            <a:ext cx="11707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https://justangular.com/blog/a-change-detection-zone-js-zoneless-local-change-detection-and-signals-story/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82594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216CF7A8-5E14-166C-E7C4-66A6B428A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in Change Detection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59B4D-B727-3A8B-9CDF-8F968DF6E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RXJS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4BAE04-975F-26C8-FA9D-ACDE520C486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Doesn’t know exactly which binding has been changed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Uses </a:t>
            </a:r>
            <a:r>
              <a:rPr lang="en-US" dirty="0" err="1"/>
              <a:t>markForCheck</a:t>
            </a:r>
            <a:r>
              <a:rPr lang="en-US" dirty="0"/>
              <a:t> in async pipe to mark element as dirty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Marks all ancestors as dirty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(recalculate ancestors bindings)</a:t>
            </a: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35ADA9E-0186-977F-27B2-036AD19DAF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 dirty="0"/>
              <a:t>Signals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907A3BA-718B-C05D-E03F-08A1293799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103350"/>
            <a:ext cx="5183188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Knows exactly which binding has been changed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Uses </a:t>
            </a:r>
            <a:r>
              <a:rPr lang="en-US" dirty="0" err="1"/>
              <a:t>RefreshView</a:t>
            </a:r>
            <a:r>
              <a:rPr lang="en-US" dirty="0"/>
              <a:t> to mark element to recalculate bindings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Marks all ancestors as </a:t>
            </a:r>
            <a:r>
              <a:rPr lang="en-US" dirty="0" err="1"/>
              <a:t>HasChildViewsToRefresh</a:t>
            </a:r>
            <a:endParaRPr lang="en-US" dirty="0"/>
          </a:p>
          <a:p>
            <a:pPr marL="0" indent="0" algn="ctr">
              <a:buNone/>
            </a:pPr>
            <a:r>
              <a:rPr lang="en-US" dirty="0"/>
              <a:t>(is not recalculating ancestors bindings)</a:t>
            </a:r>
          </a:p>
        </p:txBody>
      </p:sp>
    </p:spTree>
    <p:extLst>
      <p:ext uri="{BB962C8B-B14F-4D97-AF65-F5344CB8AC3E}">
        <p14:creationId xmlns:p14="http://schemas.microsoft.com/office/powerpoint/2010/main" val="13423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BBD1E51-DFFA-4FFE-2BDA-328856B9E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6279C4F-2F36-4205-2E9C-FC717C7F2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RXJS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4875926-A293-31FF-10E0-12C54D68A3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Http Requests (mostly POSTs)</a:t>
            </a:r>
          </a:p>
          <a:p>
            <a:r>
              <a:rPr lang="en-US" sz="2400" dirty="0"/>
              <a:t>Complex event streams (debouncing/ throttling, retrying)</a:t>
            </a:r>
          </a:p>
          <a:p>
            <a:r>
              <a:rPr lang="en-US" sz="2400" dirty="0"/>
              <a:t>Data Pipelines (map, filter, </a:t>
            </a:r>
            <a:r>
              <a:rPr lang="en-US" sz="2400" dirty="0" err="1"/>
              <a:t>mergeMap</a:t>
            </a:r>
            <a:r>
              <a:rPr lang="en-US" sz="2400" dirty="0"/>
              <a:t>)</a:t>
            </a:r>
          </a:p>
          <a:p>
            <a:r>
              <a:rPr lang="en-US" sz="2400" dirty="0"/>
              <a:t>Complex Async operations</a:t>
            </a:r>
          </a:p>
          <a:p>
            <a:r>
              <a:rPr lang="en-US" sz="2400" dirty="0"/>
              <a:t>All invocation of stream is important (not batching changes)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59227DE-579B-C31E-882C-E132FA2FBA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 dirty="0"/>
              <a:t>Signals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99839B-00CD-B2B6-88AD-091BFD95CFE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Http Requests (GET)</a:t>
            </a:r>
          </a:p>
          <a:p>
            <a:endParaRPr lang="en-US" sz="2400" dirty="0"/>
          </a:p>
          <a:p>
            <a:r>
              <a:rPr lang="en-US" sz="2400" dirty="0"/>
              <a:t>Simple data stream (computed)</a:t>
            </a:r>
          </a:p>
          <a:p>
            <a:endParaRPr lang="en-US" sz="2400" dirty="0"/>
          </a:p>
          <a:p>
            <a:r>
              <a:rPr lang="en-US" sz="2400" dirty="0"/>
              <a:t>New useful operators (input, output </a:t>
            </a:r>
            <a:r>
              <a:rPr lang="en-US" sz="2400" dirty="0" err="1"/>
              <a:t>etc</a:t>
            </a:r>
            <a:r>
              <a:rPr lang="en-US" sz="2400" dirty="0"/>
              <a:t>)</a:t>
            </a:r>
          </a:p>
          <a:p>
            <a:endParaRPr lang="en-US" sz="2400" dirty="0"/>
          </a:p>
          <a:p>
            <a:r>
              <a:rPr lang="en-US" sz="2400" dirty="0"/>
              <a:t>Forms</a:t>
            </a:r>
          </a:p>
        </p:txBody>
      </p:sp>
    </p:spTree>
    <p:extLst>
      <p:ext uri="{BB962C8B-B14F-4D97-AF65-F5344CB8AC3E}">
        <p14:creationId xmlns:p14="http://schemas.microsoft.com/office/powerpoint/2010/main" val="727457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1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99FEB74-DC18-C47F-1183-A8F7D8132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signals features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76D453C-A0A6-CFBC-178C-872ECCD91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toObservable</a:t>
            </a:r>
            <a:endParaRPr lang="en-US" dirty="0"/>
          </a:p>
          <a:p>
            <a:r>
              <a:rPr lang="en-US" dirty="0" err="1"/>
              <a:t>toSignal</a:t>
            </a:r>
            <a:endParaRPr lang="en-US" dirty="0"/>
          </a:p>
          <a:p>
            <a:r>
              <a:rPr lang="en-US" dirty="0"/>
              <a:t>input</a:t>
            </a:r>
          </a:p>
          <a:p>
            <a:r>
              <a:rPr lang="en-US" dirty="0"/>
              <a:t>output</a:t>
            </a:r>
          </a:p>
          <a:p>
            <a:r>
              <a:rPr lang="en-US" dirty="0" err="1"/>
              <a:t>viewChild</a:t>
            </a:r>
            <a:r>
              <a:rPr lang="en-US" dirty="0"/>
              <a:t>, </a:t>
            </a:r>
            <a:r>
              <a:rPr lang="en-US" dirty="0" err="1"/>
              <a:t>viewChildren</a:t>
            </a:r>
            <a:r>
              <a:rPr lang="en-US" dirty="0"/>
              <a:t>, </a:t>
            </a:r>
            <a:r>
              <a:rPr lang="en-US" dirty="0" err="1"/>
              <a:t>contentChild</a:t>
            </a:r>
            <a:r>
              <a:rPr lang="en-US" dirty="0"/>
              <a:t>, </a:t>
            </a:r>
            <a:r>
              <a:rPr lang="en-US" dirty="0" err="1"/>
              <a:t>contentChildren</a:t>
            </a:r>
            <a:endParaRPr lang="en-US" dirty="0"/>
          </a:p>
          <a:p>
            <a:r>
              <a:rPr lang="en-US" dirty="0"/>
              <a:t>model</a:t>
            </a:r>
          </a:p>
          <a:p>
            <a:r>
              <a:rPr lang="en-US" dirty="0" err="1"/>
              <a:t>linkedSignal</a:t>
            </a:r>
            <a:endParaRPr lang="en-US" dirty="0"/>
          </a:p>
          <a:p>
            <a:r>
              <a:rPr lang="en-US" dirty="0"/>
              <a:t>resource (</a:t>
            </a:r>
            <a:r>
              <a:rPr lang="en-US" dirty="0" err="1"/>
              <a:t>rxResource</a:t>
            </a:r>
            <a:r>
              <a:rPr lang="en-US" dirty="0"/>
              <a:t>, </a:t>
            </a:r>
            <a:r>
              <a:rPr lang="en-US" dirty="0" err="1"/>
              <a:t>httpResource</a:t>
            </a:r>
            <a:r>
              <a:rPr lang="en-US" dirty="0"/>
              <a:t>)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(experimental)</a:t>
            </a:r>
            <a:endParaRPr lang="en-US" dirty="0"/>
          </a:p>
          <a:p>
            <a:r>
              <a:rPr lang="en-US" dirty="0" err="1"/>
              <a:t>ngrx</a:t>
            </a:r>
            <a:r>
              <a:rPr lang="en-US" dirty="0"/>
              <a:t> signal store</a:t>
            </a:r>
          </a:p>
          <a:p>
            <a:r>
              <a:rPr lang="en-US" dirty="0"/>
              <a:t>Signal forms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(experimental)</a:t>
            </a:r>
          </a:p>
          <a:p>
            <a:r>
              <a:rPr lang="en-US" dirty="0" err="1"/>
              <a:t>Devtools</a:t>
            </a:r>
            <a:endParaRPr lang="en-US" dirty="0"/>
          </a:p>
          <a:p>
            <a:endParaRPr lang="en-US" dirty="0"/>
          </a:p>
        </p:txBody>
      </p:sp>
      <p:pic>
        <p:nvPicPr>
          <p:cNvPr id="1026" name="Picture 2" descr="Stream Sich Ft. Sejmi- Impostor (m/m prod.sejmi) by s i c h | Listen online  for free on SoundCloud">
            <a:extLst>
              <a:ext uri="{FF2B5EF4-FFF2-40B4-BE49-F238E27FC236}">
                <a16:creationId xmlns:a16="http://schemas.microsoft.com/office/drawing/2014/main" id="{ABF22791-3231-C993-0960-D522A390D1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9142" y="2876550"/>
            <a:ext cx="458416" cy="458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457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D01B-9A69-8A25-65A3-A1A969D34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C1F929-68AB-4ECC-024E-929C4802F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QA</a:t>
            </a:r>
          </a:p>
        </p:txBody>
      </p:sp>
    </p:spTree>
    <p:extLst>
      <p:ext uri="{BB962C8B-B14F-4D97-AF65-F5344CB8AC3E}">
        <p14:creationId xmlns:p14="http://schemas.microsoft.com/office/powerpoint/2010/main" val="27190865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29C75-6370-2263-9BB1-9FD3F4D2E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Meme: &quot;Thank you for your attention The end of the presentation&quot; - All  Templates - Meme-arsenal.com">
            <a:extLst>
              <a:ext uri="{FF2B5EF4-FFF2-40B4-BE49-F238E27FC236}">
                <a16:creationId xmlns:a16="http://schemas.microsoft.com/office/drawing/2014/main" id="{A2C2E102-DF5F-6CF5-D117-DEB93552B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7443" y="1575380"/>
            <a:ext cx="5777114" cy="3707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6943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781</TotalTime>
  <Words>711</Words>
  <Application>Microsoft Office PowerPoint</Application>
  <PresentationFormat>Widescreen</PresentationFormat>
  <Paragraphs>110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Arial</vt:lpstr>
      <vt:lpstr>Calibri</vt:lpstr>
      <vt:lpstr>Calibri Light</vt:lpstr>
      <vt:lpstr>Office 2013 - 2022 Theme</vt:lpstr>
      <vt:lpstr>Signals in Angular</vt:lpstr>
      <vt:lpstr>Signals in Angular</vt:lpstr>
      <vt:lpstr>signal(): WritableSignal&lt;T&gt;</vt:lpstr>
      <vt:lpstr>computed(): Signal&lt;T&gt;</vt:lpstr>
      <vt:lpstr>computed(): Signal&lt;T&gt;</vt:lpstr>
      <vt:lpstr>effect(() =&gt; {});</vt:lpstr>
      <vt:lpstr>effect(() =&gt; {}); - when to use</vt:lpstr>
      <vt:lpstr>Other effects</vt:lpstr>
      <vt:lpstr>Change Detection - Eager/Default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Change Detection - OnPush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Change Detection - Signal</vt:lpstr>
      <vt:lpstr>PowerPoint Presentation</vt:lpstr>
      <vt:lpstr>PowerPoint Presentation</vt:lpstr>
      <vt:lpstr>In Zoneless</vt:lpstr>
      <vt:lpstr>Difference in Change Detection</vt:lpstr>
      <vt:lpstr>When to use?</vt:lpstr>
      <vt:lpstr>Other signals features</vt:lpstr>
      <vt:lpstr>QA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Michal Paduch</dc:creator>
  <cp:lastModifiedBy>Michal Paduch</cp:lastModifiedBy>
  <cp:revision>3</cp:revision>
  <dcterms:created xsi:type="dcterms:W3CDTF">2026-03-21T21:37:20Z</dcterms:created>
  <dcterms:modified xsi:type="dcterms:W3CDTF">2026-03-23T08:28:20Z</dcterms:modified>
</cp:coreProperties>
</file>