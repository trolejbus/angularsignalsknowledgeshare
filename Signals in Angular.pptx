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8" r:id="rId3"/>
    <p:sldId id="257" r:id="rId4"/>
    <p:sldId id="262" r:id="rId5"/>
    <p:sldId id="260" r:id="rId6"/>
    <p:sldId id="261" r:id="rId7"/>
    <p:sldId id="263" r:id="rId8"/>
    <p:sldId id="291" r:id="rId9"/>
    <p:sldId id="288" r:id="rId10"/>
    <p:sldId id="289" r:id="rId11"/>
    <p:sldId id="290" r:id="rId12"/>
    <p:sldId id="270" r:id="rId13"/>
    <p:sldId id="264" r:id="rId14"/>
    <p:sldId id="265" r:id="rId15"/>
    <p:sldId id="266" r:id="rId16"/>
    <p:sldId id="267" r:id="rId17"/>
    <p:sldId id="268" r:id="rId18"/>
    <p:sldId id="271" r:id="rId19"/>
    <p:sldId id="269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3" r:id="rId30"/>
    <p:sldId id="281" r:id="rId31"/>
    <p:sldId id="287" r:id="rId32"/>
    <p:sldId id="284" r:id="rId33"/>
    <p:sldId id="285" r:id="rId34"/>
    <p:sldId id="286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4" autoAdjust="0"/>
    <p:restoredTop sz="93658" autoAdjust="0"/>
  </p:normalViewPr>
  <p:slideViewPr>
    <p:cSldViewPr snapToGrid="0">
      <p:cViewPr varScale="1">
        <p:scale>
          <a:sx n="119" d="100"/>
          <a:sy n="119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27784-C285-4B21-BA6B-B3499FBD7B11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DBBED-931B-4EE7-9616-2DA9C22A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30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DBBED-931B-4EE7-9616-2DA9C22A96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44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E376-E27D-FE9E-BBBA-990AC10AB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BC6A5-39A1-E081-6C56-666B0E4E5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60C13-84CA-792A-3D6E-E5DE5675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350D3-A4B2-464E-BEA7-E91666415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DBBED-931B-4EE7-9616-2DA9C22A96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54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DBBED-931B-4EE7-9616-2DA9C22A96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60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DBBED-931B-4EE7-9616-2DA9C22A96F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1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4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1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3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5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07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4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9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2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8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5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303FB-695A-4F0B-A3A5-34DCA9D692CF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34E15-4910-40B4-B030-F4C36172A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ngular.dev/guide/signals/effec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justangular.com/blog/a-change-detection-zone-js-zoneless-local-change-detection-and-signals-story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justangular.com/blog/a-change-detection-zone-js-zoneless-local-change-detection-and-signals-story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ustangular.com/blog/a-change-detection-zone-js-zoneless-local-change-detection-and-signals-story/" TargetMode="Externa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justangular.com/blog/a-change-detection-zone-js-zoneless-local-change-detection-and-signals-story/" TargetMode="Externa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1A13-12AD-71D6-6E6C-07FCB03B6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Signals in Angular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CFA7D-4C8C-C7FC-BF68-0E3C73F31FCF}"/>
              </a:ext>
            </a:extLst>
          </p:cNvPr>
          <p:cNvSpPr txBox="1"/>
          <p:nvPr/>
        </p:nvSpPr>
        <p:spPr>
          <a:xfrm>
            <a:off x="474133" y="6073422"/>
            <a:ext cx="156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Michał Paduch</a:t>
            </a:r>
          </a:p>
        </p:txBody>
      </p:sp>
    </p:spTree>
    <p:extLst>
      <p:ext uri="{BB962C8B-B14F-4D97-AF65-F5344CB8AC3E}">
        <p14:creationId xmlns:p14="http://schemas.microsoft.com/office/powerpoint/2010/main" val="305573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F23FE-178C-D1C7-1F8C-39A2DA77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0F1F-ECA0-3E44-8A4E-41AC8B4A6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Signals in Angular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D1D09-3D5D-A0E6-7285-61F6535245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Or Signals vs RXJS</a:t>
            </a:r>
          </a:p>
        </p:txBody>
      </p:sp>
    </p:spTree>
    <p:extLst>
      <p:ext uri="{BB962C8B-B14F-4D97-AF65-F5344CB8AC3E}">
        <p14:creationId xmlns:p14="http://schemas.microsoft.com/office/powerpoint/2010/main" val="18312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7300-C8FF-B07C-2872-88C41B41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signal(): </a:t>
            </a:r>
            <a:r>
              <a:rPr lang="en-US" dirty="0" err="1"/>
              <a:t>WritableSignal</a:t>
            </a:r>
            <a:r>
              <a:rPr lang="en-US" dirty="0"/>
              <a:t>&lt;T&gt;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5EB23-5959-A26E-57F1-5D3858781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count = signal(1);</a:t>
            </a:r>
          </a:p>
          <a:p>
            <a:endParaRPr lang="en-US" dirty="0"/>
          </a:p>
          <a:p>
            <a:r>
              <a:rPr lang="en-US" dirty="0"/>
              <a:t>Source of truth – always up to date</a:t>
            </a:r>
          </a:p>
          <a:p>
            <a:r>
              <a:rPr lang="en-US" dirty="0"/>
              <a:t>count(); – reads value</a:t>
            </a:r>
          </a:p>
          <a:p>
            <a:r>
              <a:rPr lang="en-US" dirty="0" err="1"/>
              <a:t>count.set</a:t>
            </a:r>
            <a:r>
              <a:rPr lang="en-US" dirty="0"/>
              <a:t>(2); – sets new value</a:t>
            </a:r>
          </a:p>
          <a:p>
            <a:r>
              <a:rPr lang="en-US" dirty="0" err="1"/>
              <a:t>count.update</a:t>
            </a:r>
            <a:r>
              <a:rPr lang="en-US" dirty="0"/>
              <a:t>(x =&gt; x + 1); – updates value based on current</a:t>
            </a:r>
          </a:p>
          <a:p>
            <a:r>
              <a:rPr lang="en-US" dirty="0"/>
              <a:t> </a:t>
            </a:r>
            <a:r>
              <a:rPr lang="en-US" dirty="0" err="1"/>
              <a:t>count.asReadonly</a:t>
            </a:r>
            <a:r>
              <a:rPr lang="en-US" dirty="0"/>
              <a:t>(); - exposes signal as cannot change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95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EEF8-8E07-DD33-D6A2-AB5B8A0C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3BB1-AC92-E8F7-456C-E8209560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computed(): Signal&lt;T&gt;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A4A8C-E503-5639-352F-B3A1DD171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doubled = computed(() =&gt; count() * 2);</a:t>
            </a:r>
          </a:p>
          <a:p>
            <a:endParaRPr lang="en-US" dirty="0"/>
          </a:p>
          <a:p>
            <a:r>
              <a:rPr lang="en-US" dirty="0"/>
              <a:t>Used to combine and transform other signals</a:t>
            </a:r>
          </a:p>
          <a:p>
            <a:r>
              <a:rPr lang="en-US" dirty="0"/>
              <a:t>Automatically unsubscribes – has to be created in injection context.</a:t>
            </a:r>
          </a:p>
          <a:p>
            <a:r>
              <a:rPr lang="en-US" dirty="0"/>
              <a:t>lazy evaluated – triggered only when actually used somewhere</a:t>
            </a:r>
          </a:p>
          <a:p>
            <a:r>
              <a:rPr lang="en-US" dirty="0" err="1"/>
              <a:t>memoization</a:t>
            </a:r>
            <a:r>
              <a:rPr lang="en-US" dirty="0"/>
              <a:t> – calculated once, even when used multiple times</a:t>
            </a:r>
          </a:p>
          <a:p>
            <a:r>
              <a:rPr lang="en-US" dirty="0"/>
              <a:t>calculated only when used signals changed value</a:t>
            </a:r>
          </a:p>
          <a:p>
            <a:r>
              <a:rPr lang="en-US" dirty="0"/>
              <a:t>batching changes – computed is calculated once, even when multiple used signals changes value</a:t>
            </a:r>
          </a:p>
          <a:p>
            <a:r>
              <a:rPr lang="en-US" dirty="0"/>
              <a:t>computed computes value in microtask, after first used signal changed.</a:t>
            </a:r>
          </a:p>
          <a:p>
            <a:r>
              <a:rPr lang="en-US" dirty="0"/>
              <a:t>Dependency graph – stores information about connections to other computed/signals/effects.</a:t>
            </a:r>
          </a:p>
          <a:p>
            <a:r>
              <a:rPr lang="en-US" dirty="0"/>
              <a:t>untracked(() =&gt; {}) can be used to not track signal changes.</a:t>
            </a:r>
          </a:p>
          <a:p>
            <a:r>
              <a:rPr lang="en-US" dirty="0"/>
              <a:t>peek – depending on where it is used can be live (bindings will update value every time it changes) or peek (just getting newest value)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6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C870-76A5-85EB-40A1-CCB162F7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914D-A9AB-2775-595F-8A8B740E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effect(() =&gt; {});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97C2-0261-CBB1-A54E-D9B398709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effect(() =&gt; {</a:t>
            </a:r>
          </a:p>
          <a:p>
            <a:pPr marL="0" indent="0">
              <a:buNone/>
            </a:pPr>
            <a:r>
              <a:rPr lang="en-US" dirty="0"/>
              <a:t>	console.log(</a:t>
            </a:r>
            <a:r>
              <a:rPr lang="en-US" dirty="0" err="1"/>
              <a:t>this.doubled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Used to react on signals changes</a:t>
            </a:r>
          </a:p>
          <a:p>
            <a:r>
              <a:rPr lang="en-US" dirty="0"/>
              <a:t>Automatically unsubscribes - must be created in </a:t>
            </a:r>
            <a:r>
              <a:rPr lang="en-US" dirty="0" err="1"/>
              <a:t>injectionContext</a:t>
            </a:r>
            <a:r>
              <a:rPr lang="en-US" dirty="0"/>
              <a:t> (or injector must be provided)</a:t>
            </a:r>
          </a:p>
          <a:p>
            <a:r>
              <a:rPr lang="en-US" dirty="0"/>
              <a:t>calculated only when used signals changed value</a:t>
            </a:r>
          </a:p>
          <a:p>
            <a:r>
              <a:rPr lang="en-US" dirty="0"/>
              <a:t>batching changes – effect is run once, even when multiple used signals changes value</a:t>
            </a:r>
          </a:p>
          <a:p>
            <a:r>
              <a:rPr lang="en-US" dirty="0"/>
              <a:t>effect runs in microtask, after first used signal changed.</a:t>
            </a:r>
          </a:p>
          <a:p>
            <a:r>
              <a:rPr lang="en-US" dirty="0"/>
              <a:t>untracked(() =&gt; {}) can be used to not track signal changes.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1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057F-3A9F-3E3F-C68A-9650B82A7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2DD98-5385-AFE2-080B-0C429AE5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effect(() =&gt; {}); - when to use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350A34-02C9-3A3D-26BA-FFD971D0F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TIP:</a:t>
            </a:r>
            <a:r>
              <a:rPr lang="en-US" dirty="0"/>
              <a:t> There are no situations where effect is good, only situations where it is appropriate.</a:t>
            </a:r>
          </a:p>
          <a:p>
            <a:r>
              <a:rPr lang="en-US" dirty="0"/>
              <a:t>Logging signal values, either for analytics or as a debugging tool.</a:t>
            </a:r>
          </a:p>
          <a:p>
            <a:r>
              <a:rPr lang="en-US" dirty="0"/>
              <a:t>Keeping data in sync with different kind of storages: </a:t>
            </a:r>
            <a:r>
              <a:rPr lang="en-US" dirty="0" err="1"/>
              <a:t>window.localStorage</a:t>
            </a:r>
            <a:r>
              <a:rPr lang="en-US" dirty="0"/>
              <a:t>, session storage, cookies etc.</a:t>
            </a:r>
          </a:p>
          <a:p>
            <a:r>
              <a:rPr lang="en-US" dirty="0"/>
              <a:t>Adding custom DOM behavior that can't be expressed with template syntax.</a:t>
            </a:r>
          </a:p>
          <a:p>
            <a:r>
              <a:rPr lang="en-US" dirty="0"/>
              <a:t>Performing custom rendering to a &lt;canvas&gt; element, charting library, or other third party UI library.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00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68BE-8161-831B-02FB-B5404A9B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93D3-CC6F-C37E-4646-FF57A5468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afterRenderEffect</a:t>
            </a:r>
            <a:endParaRPr lang="en-US" dirty="0"/>
          </a:p>
          <a:p>
            <a:r>
              <a:rPr lang="en-US" dirty="0" err="1"/>
              <a:t>afterNextRender</a:t>
            </a:r>
            <a:endParaRPr lang="en-US" dirty="0"/>
          </a:p>
          <a:p>
            <a:r>
              <a:rPr lang="en-US" dirty="0" err="1"/>
              <a:t>afterEveryRender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https://angular.dev/guide/signals/effect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50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3FC0AC-47A8-FC99-4BB8-07B0ED7DC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FED194D-306A-8ED5-7A36-3D6BF22E05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Signals vs RXJS</a:t>
            </a:r>
          </a:p>
        </p:txBody>
      </p:sp>
    </p:spTree>
    <p:extLst>
      <p:ext uri="{BB962C8B-B14F-4D97-AF65-F5344CB8AC3E}">
        <p14:creationId xmlns:p14="http://schemas.microsoft.com/office/powerpoint/2010/main" val="386899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9414950-E319-0F5A-45FB-28BDFAED6618}"/>
              </a:ext>
            </a:extLst>
          </p:cNvPr>
          <p:cNvSpPr/>
          <p:nvPr/>
        </p:nvSpPr>
        <p:spPr>
          <a:xfrm>
            <a:off x="1397682" y="4414747"/>
            <a:ext cx="1817006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b="1" dirty="0" err="1"/>
              <a:t>CharatersComponent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{{ characters$ | 	        }}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5CA9D8-E74D-386C-1A58-C04F7618B552}"/>
              </a:ext>
            </a:extLst>
          </p:cNvPr>
          <p:cNvSpPr/>
          <p:nvPr/>
        </p:nvSpPr>
        <p:spPr>
          <a:xfrm>
            <a:off x="3872818" y="1825957"/>
            <a:ext cx="540689" cy="53222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891DD-F40E-0D87-9939-FEA8DCFD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RXJS – Data flow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D819E1-928B-6DE7-5F09-02857C81D113}"/>
              </a:ext>
            </a:extLst>
          </p:cNvPr>
          <p:cNvSpPr/>
          <p:nvPr/>
        </p:nvSpPr>
        <p:spPr>
          <a:xfrm>
            <a:off x="7526343" y="1843884"/>
            <a:ext cx="540688" cy="53222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A2E3D-3BE1-2E0D-4CAC-E8FB1B133322}"/>
              </a:ext>
            </a:extLst>
          </p:cNvPr>
          <p:cNvSpPr txBox="1"/>
          <p:nvPr/>
        </p:nvSpPr>
        <p:spPr>
          <a:xfrm>
            <a:off x="4413507" y="1947235"/>
            <a:ext cx="909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characters$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D2A66B-23A1-F1B1-DC46-B770D3916445}"/>
              </a:ext>
            </a:extLst>
          </p:cNvPr>
          <p:cNvSpPr txBox="1"/>
          <p:nvPr/>
        </p:nvSpPr>
        <p:spPr>
          <a:xfrm>
            <a:off x="8067031" y="1953571"/>
            <a:ext cx="524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tags$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F55FAA-E0FF-47D1-4AE3-EDADBEA625DC}"/>
              </a:ext>
            </a:extLst>
          </p:cNvPr>
          <p:cNvSpPr/>
          <p:nvPr/>
        </p:nvSpPr>
        <p:spPr>
          <a:xfrm>
            <a:off x="5675321" y="3001808"/>
            <a:ext cx="540689" cy="53222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05DC35-D8FF-BD7A-E320-7A7A4286D072}"/>
              </a:ext>
            </a:extLst>
          </p:cNvPr>
          <p:cNvSpPr txBox="1"/>
          <p:nvPr/>
        </p:nvSpPr>
        <p:spPr>
          <a:xfrm>
            <a:off x="6170280" y="3001808"/>
            <a:ext cx="1193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charactersTags</a:t>
            </a:r>
            <a:r>
              <a:rPr lang="en-US" sz="1200" b="1" dirty="0"/>
              <a:t>$</a:t>
            </a:r>
            <a:br>
              <a:rPr lang="en-US" sz="1200" dirty="0"/>
            </a:br>
            <a:r>
              <a:rPr lang="en-US" sz="800" dirty="0" err="1"/>
              <a:t>combineLatest</a:t>
            </a:r>
            <a:r>
              <a:rPr lang="en-US" sz="800" dirty="0"/>
              <a:t>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0F2DE1-52AB-FAD8-0619-BFF42778807B}"/>
              </a:ext>
            </a:extLst>
          </p:cNvPr>
          <p:cNvCxnSpPr>
            <a:stCxn id="9" idx="5"/>
            <a:endCxn id="13" idx="1"/>
          </p:cNvCxnSpPr>
          <p:nvPr/>
        </p:nvCxnSpPr>
        <p:spPr>
          <a:xfrm>
            <a:off x="4334325" y="2280240"/>
            <a:ext cx="1420178" cy="799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3BE657-919F-FF72-AC5A-E354AFD41415}"/>
              </a:ext>
            </a:extLst>
          </p:cNvPr>
          <p:cNvCxnSpPr>
            <a:stCxn id="10" idx="3"/>
            <a:endCxn id="13" idx="7"/>
          </p:cNvCxnSpPr>
          <p:nvPr/>
        </p:nvCxnSpPr>
        <p:spPr>
          <a:xfrm flipH="1">
            <a:off x="6136828" y="2298167"/>
            <a:ext cx="1468697" cy="781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AC4228-6321-B44A-DAA7-B365E803B222}"/>
              </a:ext>
            </a:extLst>
          </p:cNvPr>
          <p:cNvCxnSpPr>
            <a:cxnSpLocks/>
            <a:stCxn id="9" idx="3"/>
            <a:endCxn id="36" idx="0"/>
          </p:cNvCxnSpPr>
          <p:nvPr/>
        </p:nvCxnSpPr>
        <p:spPr>
          <a:xfrm flipH="1">
            <a:off x="2306185" y="2280240"/>
            <a:ext cx="1645815" cy="2134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B67F56-5FE0-9001-720F-DBBEBDDFD108}"/>
              </a:ext>
            </a:extLst>
          </p:cNvPr>
          <p:cNvCxnSpPr>
            <a:cxnSpLocks/>
            <a:stCxn id="13" idx="4"/>
            <a:endCxn id="59" idx="7"/>
          </p:cNvCxnSpPr>
          <p:nvPr/>
        </p:nvCxnSpPr>
        <p:spPr>
          <a:xfrm flipH="1">
            <a:off x="4308522" y="3534034"/>
            <a:ext cx="1637144" cy="789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61AB4A-D612-A371-DB3E-DF9C8183A77B}"/>
              </a:ext>
            </a:extLst>
          </p:cNvPr>
          <p:cNvCxnSpPr>
            <a:cxnSpLocks/>
            <a:stCxn id="10" idx="5"/>
            <a:endCxn id="41" idx="0"/>
          </p:cNvCxnSpPr>
          <p:nvPr/>
        </p:nvCxnSpPr>
        <p:spPr>
          <a:xfrm>
            <a:off x="7987849" y="2298167"/>
            <a:ext cx="1470764" cy="2008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201A740-01BB-D5A8-8208-EB4AC014A695}"/>
              </a:ext>
            </a:extLst>
          </p:cNvPr>
          <p:cNvSpPr/>
          <p:nvPr/>
        </p:nvSpPr>
        <p:spPr>
          <a:xfrm>
            <a:off x="5584284" y="5512914"/>
            <a:ext cx="226431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b="1" dirty="0" err="1"/>
              <a:t>CharatersTagsComponent</a:t>
            </a:r>
            <a:endParaRPr lang="en-US" sz="1000" dirty="0"/>
          </a:p>
          <a:p>
            <a:r>
              <a:rPr lang="en-US" sz="1000" dirty="0"/>
              <a:t>{{ </a:t>
            </a:r>
            <a:r>
              <a:rPr lang="en-US" sz="1000" dirty="0" err="1"/>
              <a:t>charactersTags</a:t>
            </a:r>
            <a:r>
              <a:rPr lang="en-US" sz="1000" dirty="0"/>
              <a:t>$ | async }}</a:t>
            </a:r>
            <a:br>
              <a:rPr lang="en-US" sz="1000" dirty="0"/>
            </a:br>
            <a:r>
              <a:rPr lang="en-US" sz="1000" dirty="0"/>
              <a:t>{{</a:t>
            </a:r>
            <a:r>
              <a:rPr lang="en-US" sz="1000" dirty="0" err="1"/>
              <a:t>charactersTagsCount</a:t>
            </a:r>
            <a:r>
              <a:rPr lang="en-US" sz="1000" dirty="0"/>
              <a:t>$ | async }}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4A866A-A504-CC6F-AE07-484D3C5B61EA}"/>
              </a:ext>
            </a:extLst>
          </p:cNvPr>
          <p:cNvSpPr/>
          <p:nvPr/>
        </p:nvSpPr>
        <p:spPr>
          <a:xfrm>
            <a:off x="8748891" y="4306844"/>
            <a:ext cx="1419444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b="1" dirty="0" err="1"/>
              <a:t>TagsComponent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{{ tags$ | async 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C6A187-2B0B-1A39-BA46-6B61856C597D}"/>
              </a:ext>
            </a:extLst>
          </p:cNvPr>
          <p:cNvSpPr txBox="1"/>
          <p:nvPr/>
        </p:nvSpPr>
        <p:spPr>
          <a:xfrm>
            <a:off x="4397803" y="4362664"/>
            <a:ext cx="11272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 err="1"/>
              <a:t>charactersTagsCount</a:t>
            </a:r>
            <a:r>
              <a:rPr lang="en-US" sz="800" b="1" dirty="0"/>
              <a:t>$</a:t>
            </a:r>
            <a:br>
              <a:rPr lang="en-US" sz="800" b="1" dirty="0"/>
            </a:br>
            <a:r>
              <a:rPr lang="en-US" sz="800" dirty="0"/>
              <a:t>map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077C5F4-B67E-8EF3-5F2F-EB0F1B6D79A5}"/>
              </a:ext>
            </a:extLst>
          </p:cNvPr>
          <p:cNvSpPr/>
          <p:nvPr/>
        </p:nvSpPr>
        <p:spPr>
          <a:xfrm>
            <a:off x="3788155" y="4234359"/>
            <a:ext cx="609648" cy="6111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5D4B0C0-9109-E91C-25C0-D7A1D5F16595}"/>
              </a:ext>
            </a:extLst>
          </p:cNvPr>
          <p:cNvCxnSpPr>
            <a:cxnSpLocks/>
            <a:stCxn id="59" idx="5"/>
            <a:endCxn id="38" idx="0"/>
          </p:cNvCxnSpPr>
          <p:nvPr/>
        </p:nvCxnSpPr>
        <p:spPr>
          <a:xfrm>
            <a:off x="4308522" y="4756024"/>
            <a:ext cx="2407920" cy="756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EF73BED-33A1-8492-3C3B-0517B624CEE3}"/>
              </a:ext>
            </a:extLst>
          </p:cNvPr>
          <p:cNvCxnSpPr>
            <a:cxnSpLocks/>
            <a:stCxn id="13" idx="4"/>
            <a:endCxn id="38" idx="0"/>
          </p:cNvCxnSpPr>
          <p:nvPr/>
        </p:nvCxnSpPr>
        <p:spPr>
          <a:xfrm>
            <a:off x="5945666" y="3534034"/>
            <a:ext cx="770776" cy="1978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8903BFD-E130-0AB7-9270-79A05B219237}"/>
              </a:ext>
            </a:extLst>
          </p:cNvPr>
          <p:cNvGrpSpPr/>
          <p:nvPr/>
        </p:nvGrpSpPr>
        <p:grpSpPr>
          <a:xfrm>
            <a:off x="3998245" y="1977415"/>
            <a:ext cx="349062" cy="253117"/>
            <a:chOff x="1127937" y="2878561"/>
            <a:chExt cx="349062" cy="253117"/>
          </a:xfrm>
        </p:grpSpPr>
        <p:pic>
          <p:nvPicPr>
            <p:cNvPr id="75" name="Graphic 74" descr="Baby outline">
              <a:extLst>
                <a:ext uri="{FF2B5EF4-FFF2-40B4-BE49-F238E27FC236}">
                  <a16:creationId xmlns:a16="http://schemas.microsoft.com/office/drawing/2014/main" id="{5D7BF152-2D4E-89AA-38AF-0BC91893C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3882" y="2878561"/>
              <a:ext cx="253117" cy="253117"/>
            </a:xfrm>
            <a:prstGeom prst="rect">
              <a:avLst/>
            </a:prstGeom>
          </p:spPr>
        </p:pic>
        <p:pic>
          <p:nvPicPr>
            <p:cNvPr id="77" name="Graphic 76" descr="Add outline">
              <a:extLst>
                <a:ext uri="{FF2B5EF4-FFF2-40B4-BE49-F238E27FC236}">
                  <a16:creationId xmlns:a16="http://schemas.microsoft.com/office/drawing/2014/main" id="{D326B636-F94F-4618-6CAC-586B11F0F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7937" y="2922183"/>
              <a:ext cx="136506" cy="136506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C49A180-F996-D50B-2D0C-A86AE8CDE4CF}"/>
              </a:ext>
            </a:extLst>
          </p:cNvPr>
          <p:cNvSpPr txBox="1"/>
          <p:nvPr/>
        </p:nvSpPr>
        <p:spPr>
          <a:xfrm>
            <a:off x="2216557" y="4717589"/>
            <a:ext cx="4748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async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E45FBD-B008-DB56-9AE1-2E8D762BD64E}"/>
              </a:ext>
            </a:extLst>
          </p:cNvPr>
          <p:cNvSpPr txBox="1"/>
          <p:nvPr/>
        </p:nvSpPr>
        <p:spPr>
          <a:xfrm>
            <a:off x="6170280" y="3309559"/>
            <a:ext cx="7585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shareReplay</a:t>
            </a:r>
            <a:r>
              <a:rPr lang="en-US" sz="800" dirty="0"/>
              <a:t>()</a:t>
            </a:r>
          </a:p>
        </p:txBody>
      </p:sp>
      <p:pic>
        <p:nvPicPr>
          <p:cNvPr id="93" name="Graphic 92" descr="Handprint outline">
            <a:extLst>
              <a:ext uri="{FF2B5EF4-FFF2-40B4-BE49-F238E27FC236}">
                <a16:creationId xmlns:a16="http://schemas.microsoft.com/office/drawing/2014/main" id="{502A7B44-F7CB-886B-1BFE-8728F70AE1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31995" y="4973826"/>
            <a:ext cx="311150" cy="311150"/>
          </a:xfrm>
          <a:prstGeom prst="rect">
            <a:avLst/>
          </a:prstGeom>
        </p:spPr>
      </p:pic>
      <p:pic>
        <p:nvPicPr>
          <p:cNvPr id="94" name="Graphic 93" descr="Handprint outline">
            <a:extLst>
              <a:ext uri="{FF2B5EF4-FFF2-40B4-BE49-F238E27FC236}">
                <a16:creationId xmlns:a16="http://schemas.microsoft.com/office/drawing/2014/main" id="{120CD698-BEBF-F8BF-0E5B-6A1FB4C523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44418" y="6046997"/>
            <a:ext cx="311150" cy="311150"/>
          </a:xfrm>
          <a:prstGeom prst="rect">
            <a:avLst/>
          </a:prstGeom>
        </p:spPr>
      </p:pic>
      <p:pic>
        <p:nvPicPr>
          <p:cNvPr id="97" name="Graphic 96" descr="Abacus outline">
            <a:extLst>
              <a:ext uri="{FF2B5EF4-FFF2-40B4-BE49-F238E27FC236}">
                <a16:creationId xmlns:a16="http://schemas.microsoft.com/office/drawing/2014/main" id="{24E7CEC7-755A-8C28-9EDB-E3DF4DF94D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97279" y="3118560"/>
            <a:ext cx="298721" cy="298721"/>
          </a:xfrm>
          <a:prstGeom prst="rect">
            <a:avLst/>
          </a:prstGeom>
        </p:spPr>
      </p:pic>
      <p:pic>
        <p:nvPicPr>
          <p:cNvPr id="108" name="Graphic 107" descr="Abacus outline">
            <a:extLst>
              <a:ext uri="{FF2B5EF4-FFF2-40B4-BE49-F238E27FC236}">
                <a16:creationId xmlns:a16="http://schemas.microsoft.com/office/drawing/2014/main" id="{F4C3D0B0-CDA1-9CA3-7011-A52636094C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10019" y="4355134"/>
            <a:ext cx="372471" cy="372471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ECCDEEE0-5B91-65A2-1BF6-D6768994047C}"/>
              </a:ext>
            </a:extLst>
          </p:cNvPr>
          <p:cNvSpPr txBox="1"/>
          <p:nvPr/>
        </p:nvSpPr>
        <p:spPr>
          <a:xfrm>
            <a:off x="1886609" y="4936385"/>
            <a:ext cx="9685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cd.markForCheck</a:t>
            </a:r>
            <a:r>
              <a:rPr lang="en-US" sz="800" dirty="0"/>
              <a:t>()</a:t>
            </a:r>
          </a:p>
        </p:txBody>
      </p:sp>
      <p:pic>
        <p:nvPicPr>
          <p:cNvPr id="154" name="Graphic 153" descr="Hourglass Finished outline">
            <a:extLst>
              <a:ext uri="{FF2B5EF4-FFF2-40B4-BE49-F238E27FC236}">
                <a16:creationId xmlns:a16="http://schemas.microsoft.com/office/drawing/2014/main" id="{5B1D3149-67E4-C847-D3C9-0A396B3737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71914" y="5399133"/>
            <a:ext cx="626331" cy="626331"/>
          </a:xfrm>
          <a:prstGeom prst="rect">
            <a:avLst/>
          </a:prstGeom>
        </p:spPr>
      </p:pic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057CCA5-7A1A-AC65-4728-568B085F443C}"/>
              </a:ext>
            </a:extLst>
          </p:cNvPr>
          <p:cNvCxnSpPr>
            <a:cxnSpLocks/>
          </p:cNvCxnSpPr>
          <p:nvPr/>
        </p:nvCxnSpPr>
        <p:spPr>
          <a:xfrm>
            <a:off x="3275775" y="4998787"/>
            <a:ext cx="182649" cy="514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65D4C57-B00C-3052-669D-901BFE9A491E}"/>
              </a:ext>
            </a:extLst>
          </p:cNvPr>
          <p:cNvSpPr txBox="1"/>
          <p:nvPr/>
        </p:nvSpPr>
        <p:spPr>
          <a:xfrm>
            <a:off x="3101489" y="5952955"/>
            <a:ext cx="116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Macrotask</a:t>
            </a:r>
            <a:endParaRPr lang="en-US" dirty="0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2B1B5B5-C4F8-844F-DD1E-16CC2D1496BE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3998245" y="5730844"/>
            <a:ext cx="1586039" cy="239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7BCBB9DD-C641-BB93-A3DE-3261DB9CE9A0}"/>
              </a:ext>
            </a:extLst>
          </p:cNvPr>
          <p:cNvCxnSpPr>
            <a:cxnSpLocks/>
            <a:endCxn id="36" idx="2"/>
          </p:cNvCxnSpPr>
          <p:nvPr/>
        </p:nvCxnSpPr>
        <p:spPr>
          <a:xfrm flipH="1" flipV="1">
            <a:off x="2306185" y="5329147"/>
            <a:ext cx="1065729" cy="38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2" name="Graphic 161" descr="Abacus outline">
            <a:extLst>
              <a:ext uri="{FF2B5EF4-FFF2-40B4-BE49-F238E27FC236}">
                <a16:creationId xmlns:a16="http://schemas.microsoft.com/office/drawing/2014/main" id="{D23973ED-B785-139E-EC71-8D662D7106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8947" y="4945814"/>
            <a:ext cx="372471" cy="372471"/>
          </a:xfrm>
          <a:prstGeom prst="rect">
            <a:avLst/>
          </a:prstGeom>
        </p:spPr>
      </p:pic>
      <p:pic>
        <p:nvPicPr>
          <p:cNvPr id="163" name="Graphic 162" descr="Abacus outline">
            <a:extLst>
              <a:ext uri="{FF2B5EF4-FFF2-40B4-BE49-F238E27FC236}">
                <a16:creationId xmlns:a16="http://schemas.microsoft.com/office/drawing/2014/main" id="{50FFEA87-4B8A-6769-BE33-9E18B2EB1B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17252" y="6021201"/>
            <a:ext cx="372471" cy="372471"/>
          </a:xfrm>
          <a:prstGeom prst="rect">
            <a:avLst/>
          </a:prstGeom>
        </p:spPr>
      </p:pic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D111B96-4C3E-D6F3-EED1-CCC9D9FF30D1}"/>
              </a:ext>
            </a:extLst>
          </p:cNvPr>
          <p:cNvGrpSpPr/>
          <p:nvPr/>
        </p:nvGrpSpPr>
        <p:grpSpPr>
          <a:xfrm>
            <a:off x="3392636" y="2425612"/>
            <a:ext cx="750526" cy="215444"/>
            <a:chOff x="3614203" y="2527210"/>
            <a:chExt cx="750526" cy="21544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FE63282-3A62-5C20-7300-A4CB01B9399B}"/>
                </a:ext>
              </a:extLst>
            </p:cNvPr>
            <p:cNvSpPr txBox="1"/>
            <p:nvPr/>
          </p:nvSpPr>
          <p:spPr>
            <a:xfrm>
              <a:off x="3614203" y="2527210"/>
              <a:ext cx="75052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.next([ …,    ])</a:t>
              </a:r>
            </a:p>
          </p:txBody>
        </p:sp>
        <p:pic>
          <p:nvPicPr>
            <p:cNvPr id="166" name="Graphic 165" descr="Baby outline">
              <a:extLst>
                <a:ext uri="{FF2B5EF4-FFF2-40B4-BE49-F238E27FC236}">
                  <a16:creationId xmlns:a16="http://schemas.microsoft.com/office/drawing/2014/main" id="{23AE6617-FCFA-AB1B-F4C0-48FC05318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0354" y="2560535"/>
              <a:ext cx="148794" cy="148794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BFD93523-9682-5B9B-9BC0-F27875C9DC60}"/>
              </a:ext>
            </a:extLst>
          </p:cNvPr>
          <p:cNvGrpSpPr/>
          <p:nvPr/>
        </p:nvGrpSpPr>
        <p:grpSpPr>
          <a:xfrm>
            <a:off x="4308109" y="2338891"/>
            <a:ext cx="750526" cy="215444"/>
            <a:chOff x="3614203" y="2527210"/>
            <a:chExt cx="750526" cy="215444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BCF4D337-A3DB-E6C6-F1CA-238453DBB354}"/>
                </a:ext>
              </a:extLst>
            </p:cNvPr>
            <p:cNvSpPr txBox="1"/>
            <p:nvPr/>
          </p:nvSpPr>
          <p:spPr>
            <a:xfrm>
              <a:off x="3614203" y="2527210"/>
              <a:ext cx="75052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.next([ …,    ])</a:t>
              </a:r>
            </a:p>
          </p:txBody>
        </p:sp>
        <p:pic>
          <p:nvPicPr>
            <p:cNvPr id="188" name="Graphic 187" descr="Baby outline">
              <a:extLst>
                <a:ext uri="{FF2B5EF4-FFF2-40B4-BE49-F238E27FC236}">
                  <a16:creationId xmlns:a16="http://schemas.microsoft.com/office/drawing/2014/main" id="{210F902A-9A2E-03CD-9F85-065B21A91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0354" y="2560535"/>
              <a:ext cx="148794" cy="148794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C6B58C1-1513-29AB-D837-01A53EDEDB68}"/>
              </a:ext>
            </a:extLst>
          </p:cNvPr>
          <p:cNvGrpSpPr/>
          <p:nvPr/>
        </p:nvGrpSpPr>
        <p:grpSpPr>
          <a:xfrm>
            <a:off x="5644418" y="3589017"/>
            <a:ext cx="750526" cy="215444"/>
            <a:chOff x="3614203" y="2527210"/>
            <a:chExt cx="750526" cy="215444"/>
          </a:xfrm>
        </p:grpSpPr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1A386B2-2FCA-13B8-F24E-A1EB41292E0F}"/>
                </a:ext>
              </a:extLst>
            </p:cNvPr>
            <p:cNvSpPr txBox="1"/>
            <p:nvPr/>
          </p:nvSpPr>
          <p:spPr>
            <a:xfrm>
              <a:off x="3614203" y="2527210"/>
              <a:ext cx="75052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.next([ …,    ])</a:t>
              </a:r>
            </a:p>
          </p:txBody>
        </p:sp>
        <p:pic>
          <p:nvPicPr>
            <p:cNvPr id="191" name="Graphic 190" descr="Baby outline">
              <a:extLst>
                <a:ext uri="{FF2B5EF4-FFF2-40B4-BE49-F238E27FC236}">
                  <a16:creationId xmlns:a16="http://schemas.microsoft.com/office/drawing/2014/main" id="{D503E032-9EF7-6D7A-4645-B4C5B3E23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0354" y="2560535"/>
              <a:ext cx="148794" cy="148794"/>
            </a:xfrm>
            <a:prstGeom prst="rect">
              <a:avLst/>
            </a:prstGeom>
          </p:spPr>
        </p:pic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4ACA2A8E-95C9-151E-7C3E-582C5BBD8747}"/>
              </a:ext>
            </a:extLst>
          </p:cNvPr>
          <p:cNvGrpSpPr/>
          <p:nvPr/>
        </p:nvGrpSpPr>
        <p:grpSpPr>
          <a:xfrm>
            <a:off x="5166726" y="3588038"/>
            <a:ext cx="750526" cy="215444"/>
            <a:chOff x="3614203" y="2527210"/>
            <a:chExt cx="750526" cy="215444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BD854B8B-C229-5544-345D-F4394F76F6B9}"/>
                </a:ext>
              </a:extLst>
            </p:cNvPr>
            <p:cNvSpPr txBox="1"/>
            <p:nvPr/>
          </p:nvSpPr>
          <p:spPr>
            <a:xfrm>
              <a:off x="3614203" y="2527210"/>
              <a:ext cx="75052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.next([ …,    ])</a:t>
              </a:r>
            </a:p>
          </p:txBody>
        </p:sp>
        <p:pic>
          <p:nvPicPr>
            <p:cNvPr id="197" name="Graphic 196" descr="Baby outline">
              <a:extLst>
                <a:ext uri="{FF2B5EF4-FFF2-40B4-BE49-F238E27FC236}">
                  <a16:creationId xmlns:a16="http://schemas.microsoft.com/office/drawing/2014/main" id="{A8BFFD91-D0EB-E139-0A82-C4F15DD7C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0354" y="2560535"/>
              <a:ext cx="148794" cy="148794"/>
            </a:xfrm>
            <a:prstGeom prst="rect">
              <a:avLst/>
            </a:prstGeom>
          </p:spPr>
        </p:pic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917A98A7-0ABE-BCA3-41D5-34C97105E635}"/>
              </a:ext>
            </a:extLst>
          </p:cNvPr>
          <p:cNvSpPr txBox="1"/>
          <p:nvPr/>
        </p:nvSpPr>
        <p:spPr>
          <a:xfrm>
            <a:off x="4377968" y="4783343"/>
            <a:ext cx="558166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.next(10)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80770B5C-390A-A0D9-9892-31F09935119A}"/>
              </a:ext>
            </a:extLst>
          </p:cNvPr>
          <p:cNvSpPr txBox="1"/>
          <p:nvPr/>
        </p:nvSpPr>
        <p:spPr>
          <a:xfrm>
            <a:off x="2713711" y="4729070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D7D31"/>
                </a:solidFill>
              </a:rPr>
              <a:t>([ …,    ])</a:t>
            </a:r>
          </a:p>
        </p:txBody>
      </p:sp>
      <p:pic>
        <p:nvPicPr>
          <p:cNvPr id="202" name="Graphic 201" descr="Baby outline">
            <a:extLst>
              <a:ext uri="{FF2B5EF4-FFF2-40B4-BE49-F238E27FC236}">
                <a16:creationId xmlns:a16="http://schemas.microsoft.com/office/drawing/2014/main" id="{2F5CB0CB-E8B6-C259-B7BD-16AE9B033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56441" y="4762395"/>
            <a:ext cx="148794" cy="148794"/>
          </a:xfrm>
          <a:prstGeom prst="rect">
            <a:avLst/>
          </a:prstGeom>
        </p:spPr>
      </p:pic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238845D-67A8-ABEA-FD8D-63D297B8EE6C}"/>
              </a:ext>
            </a:extLst>
          </p:cNvPr>
          <p:cNvGrpSpPr/>
          <p:nvPr/>
        </p:nvGrpSpPr>
        <p:grpSpPr>
          <a:xfrm>
            <a:off x="5687274" y="3156513"/>
            <a:ext cx="518091" cy="215444"/>
            <a:chOff x="3614203" y="2527210"/>
            <a:chExt cx="518091" cy="215444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DE1F75F3-7557-016F-E80F-95615CA3CBF4}"/>
                </a:ext>
              </a:extLst>
            </p:cNvPr>
            <p:cNvSpPr txBox="1"/>
            <p:nvPr/>
          </p:nvSpPr>
          <p:spPr>
            <a:xfrm>
              <a:off x="3614203" y="2527210"/>
              <a:ext cx="5180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([ …,    ])</a:t>
              </a:r>
            </a:p>
          </p:txBody>
        </p:sp>
        <p:pic>
          <p:nvPicPr>
            <p:cNvPr id="205" name="Graphic 204" descr="Baby outline">
              <a:extLst>
                <a:ext uri="{FF2B5EF4-FFF2-40B4-BE49-F238E27FC236}">
                  <a16:creationId xmlns:a16="http://schemas.microsoft.com/office/drawing/2014/main" id="{C3CADAA4-5EB0-58C7-9466-4F7E18CB9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3927" y="2560535"/>
              <a:ext cx="148794" cy="148794"/>
            </a:xfrm>
            <a:prstGeom prst="rect">
              <a:avLst/>
            </a:prstGeom>
          </p:spPr>
        </p:pic>
      </p:grpSp>
      <p:sp>
        <p:nvSpPr>
          <p:cNvPr id="208" name="TextBox 207">
            <a:extLst>
              <a:ext uri="{FF2B5EF4-FFF2-40B4-BE49-F238E27FC236}">
                <a16:creationId xmlns:a16="http://schemas.microsoft.com/office/drawing/2014/main" id="{02EB1F8C-E44D-F481-1ECA-66E42BA57D53}"/>
              </a:ext>
            </a:extLst>
          </p:cNvPr>
          <p:cNvSpPr txBox="1"/>
          <p:nvPr/>
        </p:nvSpPr>
        <p:spPr>
          <a:xfrm>
            <a:off x="3944533" y="43531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941811E-BA36-3DD1-68AD-557C4802C2F6}"/>
              </a:ext>
            </a:extLst>
          </p:cNvPr>
          <p:cNvSpPr txBox="1"/>
          <p:nvPr/>
        </p:nvSpPr>
        <p:spPr>
          <a:xfrm>
            <a:off x="3882460" y="43600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715EB39-AC12-70F3-154F-EAB11CFF9B9D}"/>
              </a:ext>
            </a:extLst>
          </p:cNvPr>
          <p:cNvSpPr txBox="1"/>
          <p:nvPr/>
        </p:nvSpPr>
        <p:spPr>
          <a:xfrm>
            <a:off x="2765542" y="4727782"/>
            <a:ext cx="4251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([ … ])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D50523B0-A693-4533-B0F6-E6E2D4C9A1BD}"/>
              </a:ext>
            </a:extLst>
          </p:cNvPr>
          <p:cNvSpPr txBox="1"/>
          <p:nvPr/>
        </p:nvSpPr>
        <p:spPr>
          <a:xfrm>
            <a:off x="7101227" y="5677582"/>
            <a:ext cx="4251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([ … ])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24AED94-822E-2CA5-987D-27A161E9178E}"/>
              </a:ext>
            </a:extLst>
          </p:cNvPr>
          <p:cNvSpPr txBox="1"/>
          <p:nvPr/>
        </p:nvSpPr>
        <p:spPr>
          <a:xfrm>
            <a:off x="7378003" y="5830664"/>
            <a:ext cx="341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( 9 )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ABCA08E-86AD-7494-1414-D353AF7A8084}"/>
              </a:ext>
            </a:extLst>
          </p:cNvPr>
          <p:cNvSpPr txBox="1"/>
          <p:nvPr/>
        </p:nvSpPr>
        <p:spPr>
          <a:xfrm>
            <a:off x="7084639" y="5677582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D7D31"/>
                </a:solidFill>
              </a:rPr>
              <a:t>([ …,    ])</a:t>
            </a:r>
          </a:p>
        </p:txBody>
      </p:sp>
      <p:pic>
        <p:nvPicPr>
          <p:cNvPr id="232" name="Graphic 231" descr="Baby outline">
            <a:extLst>
              <a:ext uri="{FF2B5EF4-FFF2-40B4-BE49-F238E27FC236}">
                <a16:creationId xmlns:a16="http://schemas.microsoft.com/office/drawing/2014/main" id="{BD341BBD-7D38-C4D9-6E3B-EB3E6D05C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764" y="5712298"/>
            <a:ext cx="148794" cy="148794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8A185D3E-1C42-DBDB-C3ED-FBD0FE8C8419}"/>
              </a:ext>
            </a:extLst>
          </p:cNvPr>
          <p:cNvSpPr txBox="1"/>
          <p:nvPr/>
        </p:nvSpPr>
        <p:spPr>
          <a:xfrm>
            <a:off x="7353059" y="5830664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D7D31"/>
                </a:solidFill>
              </a:rPr>
              <a:t>( 10 )</a:t>
            </a:r>
          </a:p>
        </p:txBody>
      </p:sp>
    </p:spTree>
    <p:extLst>
      <p:ext uri="{BB962C8B-B14F-4D97-AF65-F5344CB8AC3E}">
        <p14:creationId xmlns:p14="http://schemas.microsoft.com/office/powerpoint/2010/main" val="26950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44444E-6 L -0.12526 0.24792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63" y="1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F1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32" presetClass="emph" presetSubtype="0" repeatCount="indefinite" fill="hold" grpId="2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500"/>
                            </p:stCondLst>
                            <p:childTnLst>
                              <p:par>
                                <p:cTn id="10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0.06211 0.06412 " pathEditMode="relative" rAng="0" ptsTypes="AA">
                                      <p:cBhvr>
                                        <p:cTn id="152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5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11111E-6 L -0.07917 0.06551 " pathEditMode="relative" rAng="0" ptsTypes="AA">
                                      <p:cBhvr>
                                        <p:cTn id="182" dur="2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2000"/>
                            </p:stCondLst>
                            <p:childTnLst>
                              <p:par>
                                <p:cTn id="18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5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4.44444E-6 L 0.13399 0.07107 " pathEditMode="relative" rAng="0" ptsTypes="AA">
                                      <p:cBhvr>
                                        <p:cTn id="214" dur="2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93" y="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000"/>
                            </p:stCondLst>
                            <p:childTnLst>
                              <p:par>
                                <p:cTn id="21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3.7037E-7 L 0.04909 0.23287 " pathEditMode="relative" rAng="0" ptsTypes="AA">
                                      <p:cBhvr>
                                        <p:cTn id="240" dur="2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1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000"/>
                            </p:stCondLst>
                            <p:childTnLst>
                              <p:par>
                                <p:cTn id="2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000"/>
                            </p:stCondLst>
                            <p:childTnLst>
                              <p:par>
                                <p:cTn id="2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2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27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" dur="20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2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" dur="2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31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31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9" grpId="0" animBg="1"/>
      <p:bldP spid="10" grpId="0" animBg="1"/>
      <p:bldP spid="11" grpId="0"/>
      <p:bldP spid="12" grpId="0"/>
      <p:bldP spid="13" grpId="0" animBg="1"/>
      <p:bldP spid="14" grpId="0"/>
      <p:bldP spid="38" grpId="0" animBg="1"/>
      <p:bldP spid="41" grpId="0" animBg="1"/>
      <p:bldP spid="57" grpId="0"/>
      <p:bldP spid="59" grpId="0" animBg="1"/>
      <p:bldP spid="87" grpId="0"/>
      <p:bldP spid="87" grpId="1"/>
      <p:bldP spid="87" grpId="2"/>
      <p:bldP spid="87" grpId="3"/>
      <p:bldP spid="88" grpId="0"/>
      <p:bldP spid="110" grpId="0"/>
      <p:bldP spid="110" grpId="1"/>
      <p:bldP spid="157" grpId="0"/>
      <p:bldP spid="157" grpId="1"/>
      <p:bldP spid="198" grpId="0" animBg="1"/>
      <p:bldP spid="198" grpId="1" animBg="1"/>
      <p:bldP spid="198" grpId="2" animBg="1"/>
      <p:bldP spid="201" grpId="0"/>
      <p:bldP spid="201" grpId="1"/>
      <p:bldP spid="208" grpId="0"/>
      <p:bldP spid="208" grpId="1"/>
      <p:bldP spid="210" grpId="0"/>
      <p:bldP spid="221" grpId="0"/>
      <p:bldP spid="221" grpId="1"/>
      <p:bldP spid="223" grpId="0"/>
      <p:bldP spid="223" grpId="1"/>
      <p:bldP spid="228" grpId="0"/>
      <p:bldP spid="228" grpId="1"/>
      <p:bldP spid="231" grpId="0"/>
      <p:bldP spid="231" grpId="1"/>
      <p:bldP spid="234" grpId="0"/>
      <p:bldP spid="23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35E81-326E-45EF-84CE-80C03AA0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F257F83-65A3-257C-12A2-BEA650A4A225}"/>
              </a:ext>
            </a:extLst>
          </p:cNvPr>
          <p:cNvSpPr/>
          <p:nvPr/>
        </p:nvSpPr>
        <p:spPr>
          <a:xfrm>
            <a:off x="3872818" y="1825957"/>
            <a:ext cx="540689" cy="53222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81B7F-8A47-920E-800C-284B3D27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– Data flow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A8E93AC-7398-7420-E6DF-7AA6B4E0F8F3}"/>
              </a:ext>
            </a:extLst>
          </p:cNvPr>
          <p:cNvSpPr/>
          <p:nvPr/>
        </p:nvSpPr>
        <p:spPr>
          <a:xfrm>
            <a:off x="7526343" y="1843884"/>
            <a:ext cx="540688" cy="53222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62402-BBFD-3AD4-6CA5-FD97C36DCBB5}"/>
              </a:ext>
            </a:extLst>
          </p:cNvPr>
          <p:cNvSpPr txBox="1"/>
          <p:nvPr/>
        </p:nvSpPr>
        <p:spPr>
          <a:xfrm>
            <a:off x="4442205" y="1858457"/>
            <a:ext cx="839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characters</a:t>
            </a:r>
            <a:br>
              <a:rPr lang="en-US" sz="1200" b="1" dirty="0"/>
            </a:br>
            <a:r>
              <a:rPr lang="en-US" sz="800" dirty="0"/>
              <a:t>signal</a:t>
            </a:r>
            <a:endParaRPr 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75A272-3861-12A3-5F62-03B2FF9F87B4}"/>
              </a:ext>
            </a:extLst>
          </p:cNvPr>
          <p:cNvSpPr txBox="1"/>
          <p:nvPr/>
        </p:nvSpPr>
        <p:spPr>
          <a:xfrm>
            <a:off x="8067031" y="1826974"/>
            <a:ext cx="45397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tags</a:t>
            </a:r>
            <a:br>
              <a:rPr lang="en-US" sz="1200" b="1" dirty="0"/>
            </a:br>
            <a:r>
              <a:rPr lang="en-US" sz="800" dirty="0"/>
              <a:t>signal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591AC92-7CBE-CB34-74F9-D5EAE6954A53}"/>
              </a:ext>
            </a:extLst>
          </p:cNvPr>
          <p:cNvSpPr/>
          <p:nvPr/>
        </p:nvSpPr>
        <p:spPr>
          <a:xfrm>
            <a:off x="5675321" y="3001808"/>
            <a:ext cx="540689" cy="53222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92193-22A4-C69C-E563-FA3AEDCADA44}"/>
              </a:ext>
            </a:extLst>
          </p:cNvPr>
          <p:cNvSpPr txBox="1"/>
          <p:nvPr/>
        </p:nvSpPr>
        <p:spPr>
          <a:xfrm>
            <a:off x="6170280" y="3001808"/>
            <a:ext cx="1114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charactersTags</a:t>
            </a:r>
            <a:br>
              <a:rPr lang="en-US" sz="1200" dirty="0"/>
            </a:br>
            <a:r>
              <a:rPr lang="en-US" sz="800" dirty="0"/>
              <a:t>computed()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7CD532-EF8F-F611-5443-7E1FE7BA1D3B}"/>
              </a:ext>
            </a:extLst>
          </p:cNvPr>
          <p:cNvCxnSpPr>
            <a:stCxn id="9" idx="5"/>
            <a:endCxn id="13" idx="1"/>
          </p:cNvCxnSpPr>
          <p:nvPr/>
        </p:nvCxnSpPr>
        <p:spPr>
          <a:xfrm>
            <a:off x="4334325" y="2280240"/>
            <a:ext cx="1420178" cy="799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F81AAB-CD0B-4A42-B988-0EED3C8AB54E}"/>
              </a:ext>
            </a:extLst>
          </p:cNvPr>
          <p:cNvCxnSpPr>
            <a:stCxn id="10" idx="3"/>
            <a:endCxn id="13" idx="7"/>
          </p:cNvCxnSpPr>
          <p:nvPr/>
        </p:nvCxnSpPr>
        <p:spPr>
          <a:xfrm flipH="1">
            <a:off x="6136828" y="2298167"/>
            <a:ext cx="1468697" cy="7815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F68788-7C59-7D9C-3C4C-ED3D40E90A3E}"/>
              </a:ext>
            </a:extLst>
          </p:cNvPr>
          <p:cNvCxnSpPr>
            <a:cxnSpLocks/>
            <a:stCxn id="9" idx="3"/>
            <a:endCxn id="36" idx="0"/>
          </p:cNvCxnSpPr>
          <p:nvPr/>
        </p:nvCxnSpPr>
        <p:spPr>
          <a:xfrm flipH="1">
            <a:off x="2107404" y="2280240"/>
            <a:ext cx="1844596" cy="21345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239172-FCAC-5DBD-20F2-747816EE35C7}"/>
              </a:ext>
            </a:extLst>
          </p:cNvPr>
          <p:cNvCxnSpPr>
            <a:cxnSpLocks/>
            <a:stCxn id="13" idx="3"/>
            <a:endCxn id="59" idx="7"/>
          </p:cNvCxnSpPr>
          <p:nvPr/>
        </p:nvCxnSpPr>
        <p:spPr>
          <a:xfrm flipH="1">
            <a:off x="4308522" y="3456091"/>
            <a:ext cx="1445981" cy="8677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B5249C-D6A5-8DBC-1063-C47BDD52A3B0}"/>
              </a:ext>
            </a:extLst>
          </p:cNvPr>
          <p:cNvCxnSpPr>
            <a:cxnSpLocks/>
            <a:stCxn id="10" idx="5"/>
            <a:endCxn id="41" idx="0"/>
          </p:cNvCxnSpPr>
          <p:nvPr/>
        </p:nvCxnSpPr>
        <p:spPr>
          <a:xfrm>
            <a:off x="7987849" y="2298167"/>
            <a:ext cx="1470764" cy="20086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C5C56F8-A9DE-2FDF-183D-6E53D4DC0BD3}"/>
              </a:ext>
            </a:extLst>
          </p:cNvPr>
          <p:cNvSpPr/>
          <p:nvPr/>
        </p:nvSpPr>
        <p:spPr>
          <a:xfrm>
            <a:off x="1397682" y="4414747"/>
            <a:ext cx="1419444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b="1" dirty="0" err="1"/>
              <a:t>CharatersComponent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3C2A6B-2A9E-9CF7-1197-564FAEF222F3}"/>
              </a:ext>
            </a:extLst>
          </p:cNvPr>
          <p:cNvSpPr/>
          <p:nvPr/>
        </p:nvSpPr>
        <p:spPr>
          <a:xfrm>
            <a:off x="5613082" y="5513318"/>
            <a:ext cx="1983328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b="1" dirty="0" err="1"/>
              <a:t>CharatersTagsComponent</a:t>
            </a:r>
            <a:endParaRPr lang="en-US" sz="1000" dirty="0"/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C4D1DD8-E69E-60DD-CA13-F69142750446}"/>
              </a:ext>
            </a:extLst>
          </p:cNvPr>
          <p:cNvSpPr/>
          <p:nvPr/>
        </p:nvSpPr>
        <p:spPr>
          <a:xfrm>
            <a:off x="8748891" y="4306844"/>
            <a:ext cx="1419444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000" b="1" dirty="0" err="1"/>
              <a:t>TagsComponent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{{ tags() }}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982F5D8-2069-89D4-39F2-6810C4E9A785}"/>
              </a:ext>
            </a:extLst>
          </p:cNvPr>
          <p:cNvSpPr/>
          <p:nvPr/>
        </p:nvSpPr>
        <p:spPr>
          <a:xfrm>
            <a:off x="3788155" y="4234359"/>
            <a:ext cx="609648" cy="61116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2D5A0A4-381B-BAE4-06C9-95BB7019C98C}"/>
              </a:ext>
            </a:extLst>
          </p:cNvPr>
          <p:cNvCxnSpPr>
            <a:cxnSpLocks/>
            <a:stCxn id="59" idx="5"/>
          </p:cNvCxnSpPr>
          <p:nvPr/>
        </p:nvCxnSpPr>
        <p:spPr>
          <a:xfrm>
            <a:off x="4308522" y="4756024"/>
            <a:ext cx="2040269" cy="7127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571D78E-C6FD-82EA-C859-B100CA5958B2}"/>
              </a:ext>
            </a:extLst>
          </p:cNvPr>
          <p:cNvCxnSpPr>
            <a:cxnSpLocks/>
            <a:stCxn id="13" idx="4"/>
            <a:endCxn id="38" idx="0"/>
          </p:cNvCxnSpPr>
          <p:nvPr/>
        </p:nvCxnSpPr>
        <p:spPr>
          <a:xfrm>
            <a:off x="5945666" y="3534034"/>
            <a:ext cx="659080" cy="19792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F16FB65-2177-0E73-4347-29107CFDC292}"/>
              </a:ext>
            </a:extLst>
          </p:cNvPr>
          <p:cNvGrpSpPr/>
          <p:nvPr/>
        </p:nvGrpSpPr>
        <p:grpSpPr>
          <a:xfrm>
            <a:off x="3998245" y="1977415"/>
            <a:ext cx="349062" cy="253117"/>
            <a:chOff x="1127937" y="2878561"/>
            <a:chExt cx="349062" cy="253117"/>
          </a:xfrm>
        </p:grpSpPr>
        <p:pic>
          <p:nvPicPr>
            <p:cNvPr id="75" name="Graphic 74" descr="Baby outline">
              <a:extLst>
                <a:ext uri="{FF2B5EF4-FFF2-40B4-BE49-F238E27FC236}">
                  <a16:creationId xmlns:a16="http://schemas.microsoft.com/office/drawing/2014/main" id="{561D3694-B88F-3304-11DE-CAA954CEF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3882" y="2878561"/>
              <a:ext cx="253117" cy="253117"/>
            </a:xfrm>
            <a:prstGeom prst="rect">
              <a:avLst/>
            </a:prstGeom>
          </p:spPr>
        </p:pic>
        <p:pic>
          <p:nvPicPr>
            <p:cNvPr id="77" name="Graphic 76" descr="Add outline">
              <a:extLst>
                <a:ext uri="{FF2B5EF4-FFF2-40B4-BE49-F238E27FC236}">
                  <a16:creationId xmlns:a16="http://schemas.microsoft.com/office/drawing/2014/main" id="{E8BF1E4A-C596-22CB-722A-38B7FB99A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7937" y="2922183"/>
              <a:ext cx="136506" cy="136506"/>
            </a:xfrm>
            <a:prstGeom prst="rect">
              <a:avLst/>
            </a:prstGeom>
          </p:spPr>
        </p:pic>
      </p:grpSp>
      <p:pic>
        <p:nvPicPr>
          <p:cNvPr id="97" name="Graphic 96" descr="Abacus outline">
            <a:extLst>
              <a:ext uri="{FF2B5EF4-FFF2-40B4-BE49-F238E27FC236}">
                <a16:creationId xmlns:a16="http://schemas.microsoft.com/office/drawing/2014/main" id="{E5E77BE8-F9AD-CF2B-E3A4-F582874D43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7279" y="3118560"/>
            <a:ext cx="298721" cy="298721"/>
          </a:xfrm>
          <a:prstGeom prst="rect">
            <a:avLst/>
          </a:prstGeom>
        </p:spPr>
      </p:pic>
      <p:pic>
        <p:nvPicPr>
          <p:cNvPr id="108" name="Graphic 107" descr="Abacus outline">
            <a:extLst>
              <a:ext uri="{FF2B5EF4-FFF2-40B4-BE49-F238E27FC236}">
                <a16:creationId xmlns:a16="http://schemas.microsoft.com/office/drawing/2014/main" id="{67C4DED9-6F72-2DBA-0221-1E7176BF9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0019" y="4355134"/>
            <a:ext cx="372471" cy="37247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30BC038-AEE2-D5C4-2472-60DB146C71C3}"/>
              </a:ext>
            </a:extLst>
          </p:cNvPr>
          <p:cNvSpPr txBox="1"/>
          <p:nvPr/>
        </p:nvSpPr>
        <p:spPr>
          <a:xfrm>
            <a:off x="1364332" y="4698406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{{ characters() }}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9E1AAA-AE24-1635-3321-F0C45F266841}"/>
              </a:ext>
            </a:extLst>
          </p:cNvPr>
          <p:cNvSpPr txBox="1"/>
          <p:nvPr/>
        </p:nvSpPr>
        <p:spPr>
          <a:xfrm>
            <a:off x="5760801" y="5711971"/>
            <a:ext cx="12586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{{ </a:t>
            </a:r>
            <a:r>
              <a:rPr lang="en-US" sz="1000" dirty="0" err="1"/>
              <a:t>charactersTags</a:t>
            </a:r>
            <a:r>
              <a:rPr lang="en-US" sz="1000" dirty="0"/>
              <a:t>() 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917949-0C8C-091A-9821-FA3B11485A6D}"/>
              </a:ext>
            </a:extLst>
          </p:cNvPr>
          <p:cNvSpPr txBox="1"/>
          <p:nvPr/>
        </p:nvSpPr>
        <p:spPr>
          <a:xfrm>
            <a:off x="5754503" y="5905396"/>
            <a:ext cx="1572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{{ </a:t>
            </a:r>
            <a:r>
              <a:rPr lang="en-US" sz="1000" dirty="0" err="1"/>
              <a:t>charactersTagsCount</a:t>
            </a:r>
            <a:r>
              <a:rPr lang="en-US" sz="1000" dirty="0"/>
              <a:t>() }}</a:t>
            </a:r>
          </a:p>
        </p:txBody>
      </p:sp>
      <p:pic>
        <p:nvPicPr>
          <p:cNvPr id="67" name="Graphic 66" descr="Handprint outline">
            <a:extLst>
              <a:ext uri="{FF2B5EF4-FFF2-40B4-BE49-F238E27FC236}">
                <a16:creationId xmlns:a16="http://schemas.microsoft.com/office/drawing/2014/main" id="{57A743C0-E5F7-8B3B-99DB-29A8EB5581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23579" y="5908889"/>
            <a:ext cx="246221" cy="246221"/>
          </a:xfrm>
          <a:prstGeom prst="rect">
            <a:avLst/>
          </a:prstGeom>
        </p:spPr>
      </p:pic>
      <p:pic>
        <p:nvPicPr>
          <p:cNvPr id="68" name="Graphic 67" descr="Handprint outline">
            <a:extLst>
              <a:ext uri="{FF2B5EF4-FFF2-40B4-BE49-F238E27FC236}">
                <a16:creationId xmlns:a16="http://schemas.microsoft.com/office/drawing/2014/main" id="{56CF6DD1-3326-7B7C-3316-C2D3989FE4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23579" y="5692879"/>
            <a:ext cx="246221" cy="246221"/>
          </a:xfrm>
          <a:prstGeom prst="rect">
            <a:avLst/>
          </a:prstGeom>
        </p:spPr>
      </p:pic>
      <p:pic>
        <p:nvPicPr>
          <p:cNvPr id="71" name="Graphic 70" descr="Handprint outline">
            <a:extLst>
              <a:ext uri="{FF2B5EF4-FFF2-40B4-BE49-F238E27FC236}">
                <a16:creationId xmlns:a16="http://schemas.microsoft.com/office/drawing/2014/main" id="{58DCC10B-57A4-3CCB-5C36-F99A24F513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0554" y="4881188"/>
            <a:ext cx="246221" cy="246221"/>
          </a:xfrm>
          <a:prstGeom prst="rect">
            <a:avLst/>
          </a:prstGeom>
        </p:spPr>
      </p:pic>
      <p:pic>
        <p:nvPicPr>
          <p:cNvPr id="80" name="Graphic 79" descr="Eye Scan outline">
            <a:extLst>
              <a:ext uri="{FF2B5EF4-FFF2-40B4-BE49-F238E27FC236}">
                <a16:creationId xmlns:a16="http://schemas.microsoft.com/office/drawing/2014/main" id="{21D93EA1-A5B9-A7A1-5E42-97AD68DADF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32798" y="4996564"/>
            <a:ext cx="332583" cy="332583"/>
          </a:xfrm>
          <a:prstGeom prst="rect">
            <a:avLst/>
          </a:prstGeom>
        </p:spPr>
      </p:pic>
      <p:pic>
        <p:nvPicPr>
          <p:cNvPr id="85" name="Graphic 84" descr="Eye Scan outline">
            <a:extLst>
              <a:ext uri="{FF2B5EF4-FFF2-40B4-BE49-F238E27FC236}">
                <a16:creationId xmlns:a16="http://schemas.microsoft.com/office/drawing/2014/main" id="{003D21B4-5855-C32D-C388-C2AEC50F60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13082" y="6094731"/>
            <a:ext cx="332583" cy="332583"/>
          </a:xfrm>
          <a:prstGeom prst="rect">
            <a:avLst/>
          </a:prstGeom>
        </p:spPr>
      </p:pic>
      <p:pic>
        <p:nvPicPr>
          <p:cNvPr id="92" name="Graphic 91" descr="Hourglass Finished outline">
            <a:extLst>
              <a:ext uri="{FF2B5EF4-FFF2-40B4-BE49-F238E27FC236}">
                <a16:creationId xmlns:a16="http://schemas.microsoft.com/office/drawing/2014/main" id="{7EEF6A4B-F8A1-1CD7-424E-75850C62EB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16900" y="5367720"/>
            <a:ext cx="626331" cy="626331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F958290E-46A4-7259-67CD-1B8B2F64A541}"/>
              </a:ext>
            </a:extLst>
          </p:cNvPr>
          <p:cNvSpPr txBox="1"/>
          <p:nvPr/>
        </p:nvSpPr>
        <p:spPr>
          <a:xfrm>
            <a:off x="2931615" y="5935369"/>
            <a:ext cx="116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Macrotask</a:t>
            </a:r>
            <a:endParaRPr lang="en-US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12DA82D-305B-143F-F552-BD749FAE54B7}"/>
              </a:ext>
            </a:extLst>
          </p:cNvPr>
          <p:cNvCxnSpPr>
            <a:cxnSpLocks/>
          </p:cNvCxnSpPr>
          <p:nvPr/>
        </p:nvCxnSpPr>
        <p:spPr>
          <a:xfrm>
            <a:off x="2863850" y="4944627"/>
            <a:ext cx="412750" cy="42309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E9D63AC-4FAF-4D4B-4A58-984A29AD698E}"/>
              </a:ext>
            </a:extLst>
          </p:cNvPr>
          <p:cNvCxnSpPr>
            <a:cxnSpLocks/>
          </p:cNvCxnSpPr>
          <p:nvPr/>
        </p:nvCxnSpPr>
        <p:spPr>
          <a:xfrm>
            <a:off x="3689350" y="5714475"/>
            <a:ext cx="1742568" cy="311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3D6AEBE-8A1E-8362-FEC1-32E2F9278CD0}"/>
              </a:ext>
            </a:extLst>
          </p:cNvPr>
          <p:cNvCxnSpPr>
            <a:cxnSpLocks/>
          </p:cNvCxnSpPr>
          <p:nvPr/>
        </p:nvCxnSpPr>
        <p:spPr>
          <a:xfrm flipH="1" flipV="1">
            <a:off x="2514600" y="5416550"/>
            <a:ext cx="806450" cy="22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B25A4E5D-9ED5-0715-718C-679086A7FD07}"/>
              </a:ext>
            </a:extLst>
          </p:cNvPr>
          <p:cNvSpPr txBox="1"/>
          <p:nvPr/>
        </p:nvSpPr>
        <p:spPr>
          <a:xfrm>
            <a:off x="6348791" y="5091624"/>
            <a:ext cx="261610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dirty="0"/>
              <a:t>()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17A479A-63FA-A9CF-ECF1-C12E01CB8A1D}"/>
              </a:ext>
            </a:extLst>
          </p:cNvPr>
          <p:cNvSpPr txBox="1"/>
          <p:nvPr/>
        </p:nvSpPr>
        <p:spPr>
          <a:xfrm>
            <a:off x="5965195" y="5199809"/>
            <a:ext cx="261610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dirty="0"/>
              <a:t>()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2254AFF-BCFF-1CE3-6D25-DA9C2361AF63}"/>
              </a:ext>
            </a:extLst>
          </p:cNvPr>
          <p:cNvSpPr txBox="1"/>
          <p:nvPr/>
        </p:nvSpPr>
        <p:spPr>
          <a:xfrm>
            <a:off x="5361969" y="2808249"/>
            <a:ext cx="261610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dirty="0"/>
              <a:t>()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5013A4C-9766-D47F-BD9D-4EBF2A2E6BF6}"/>
              </a:ext>
            </a:extLst>
          </p:cNvPr>
          <p:cNvSpPr txBox="1"/>
          <p:nvPr/>
        </p:nvSpPr>
        <p:spPr>
          <a:xfrm>
            <a:off x="4436125" y="4060070"/>
            <a:ext cx="261610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dirty="0"/>
              <a:t>()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A01B779-2670-5638-9AA3-AA39BCFA0E2A}"/>
              </a:ext>
            </a:extLst>
          </p:cNvPr>
          <p:cNvSpPr txBox="1"/>
          <p:nvPr/>
        </p:nvSpPr>
        <p:spPr>
          <a:xfrm>
            <a:off x="2153817" y="4060070"/>
            <a:ext cx="261610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dirty="0"/>
              <a:t>()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76312DF-F2FB-9DA9-1918-A909324D6BA3}"/>
              </a:ext>
            </a:extLst>
          </p:cNvPr>
          <p:cNvSpPr txBox="1"/>
          <p:nvPr/>
        </p:nvSpPr>
        <p:spPr>
          <a:xfrm>
            <a:off x="4385006" y="4314898"/>
            <a:ext cx="1498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charactersTagsCount</a:t>
            </a:r>
            <a:br>
              <a:rPr lang="en-US" sz="1200" dirty="0"/>
            </a:br>
            <a:r>
              <a:rPr lang="en-US" sz="800" dirty="0"/>
              <a:t>computed()</a:t>
            </a:r>
          </a:p>
        </p:txBody>
      </p:sp>
      <p:pic>
        <p:nvPicPr>
          <p:cNvPr id="128" name="Graphic 127" descr="Handprint outline">
            <a:extLst>
              <a:ext uri="{FF2B5EF4-FFF2-40B4-BE49-F238E27FC236}">
                <a16:creationId xmlns:a16="http://schemas.microsoft.com/office/drawing/2014/main" id="{41D25A28-57D2-27F4-8A8F-3518574296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03229" y="3155004"/>
            <a:ext cx="246221" cy="246221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8711D878-76C8-1C8F-34DC-E2F373FAE1E9}"/>
              </a:ext>
            </a:extLst>
          </p:cNvPr>
          <p:cNvSpPr txBox="1"/>
          <p:nvPr/>
        </p:nvSpPr>
        <p:spPr>
          <a:xfrm>
            <a:off x="4951021" y="2366037"/>
            <a:ext cx="904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markAsDirty</a:t>
            </a:r>
            <a:r>
              <a:rPr lang="en-US" sz="1000" dirty="0"/>
              <a:t>()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13D7CD8-79A4-DC47-F2A8-013EEEB053A7}"/>
              </a:ext>
            </a:extLst>
          </p:cNvPr>
          <p:cNvSpPr txBox="1"/>
          <p:nvPr/>
        </p:nvSpPr>
        <p:spPr>
          <a:xfrm>
            <a:off x="4398442" y="3553664"/>
            <a:ext cx="904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markAsDirty</a:t>
            </a:r>
            <a:r>
              <a:rPr lang="en-US" sz="1000" dirty="0"/>
              <a:t>()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430E8FC-EE55-36AF-598D-4C5AC773714F}"/>
              </a:ext>
            </a:extLst>
          </p:cNvPr>
          <p:cNvSpPr txBox="1"/>
          <p:nvPr/>
        </p:nvSpPr>
        <p:spPr>
          <a:xfrm>
            <a:off x="2290184" y="4717576"/>
            <a:ext cx="425116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([ … ])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2A8AC4E-98EE-511A-D762-2A6E0A7BD5B7}"/>
              </a:ext>
            </a:extLst>
          </p:cNvPr>
          <p:cNvSpPr txBox="1"/>
          <p:nvPr/>
        </p:nvSpPr>
        <p:spPr>
          <a:xfrm>
            <a:off x="6926602" y="5727359"/>
            <a:ext cx="425116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([ … ])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6402A57-9502-D975-4A63-1D3B3F7F502C}"/>
              </a:ext>
            </a:extLst>
          </p:cNvPr>
          <p:cNvSpPr txBox="1"/>
          <p:nvPr/>
        </p:nvSpPr>
        <p:spPr>
          <a:xfrm>
            <a:off x="7229467" y="5920784"/>
            <a:ext cx="296876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(9)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5A37CC0-AEA1-F9D6-21FF-D7B152F4DF2F}"/>
              </a:ext>
            </a:extLst>
          </p:cNvPr>
          <p:cNvGrpSpPr/>
          <p:nvPr/>
        </p:nvGrpSpPr>
        <p:grpSpPr>
          <a:xfrm>
            <a:off x="3561406" y="2371236"/>
            <a:ext cx="457176" cy="215444"/>
            <a:chOff x="3614203" y="2527210"/>
            <a:chExt cx="457176" cy="215444"/>
          </a:xfrm>
        </p:grpSpPr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8E5FEA1-9079-B1DE-5BD7-7B0082452717}"/>
                </a:ext>
              </a:extLst>
            </p:cNvPr>
            <p:cNvSpPr txBox="1"/>
            <p:nvPr/>
          </p:nvSpPr>
          <p:spPr>
            <a:xfrm>
              <a:off x="3614203" y="2527210"/>
              <a:ext cx="45717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[ …,    ]</a:t>
              </a:r>
            </a:p>
          </p:txBody>
        </p:sp>
        <p:pic>
          <p:nvPicPr>
            <p:cNvPr id="153" name="Graphic 152" descr="Baby outline">
              <a:extLst>
                <a:ext uri="{FF2B5EF4-FFF2-40B4-BE49-F238E27FC236}">
                  <a16:creationId xmlns:a16="http://schemas.microsoft.com/office/drawing/2014/main" id="{BA2EEDEB-5DE8-0B2F-3E4E-565472207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21602" y="2566931"/>
              <a:ext cx="148794" cy="148794"/>
            </a:xfrm>
            <a:prstGeom prst="rect">
              <a:avLst/>
            </a:prstGeom>
          </p:spPr>
        </p:pic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0ED76D29-D02F-0333-27D4-4547C83EFA3A}"/>
              </a:ext>
            </a:extLst>
          </p:cNvPr>
          <p:cNvSpPr txBox="1"/>
          <p:nvPr/>
        </p:nvSpPr>
        <p:spPr>
          <a:xfrm>
            <a:off x="2290184" y="4715008"/>
            <a:ext cx="518091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D7D31"/>
                </a:solidFill>
              </a:rPr>
              <a:t>([ …,    ])</a:t>
            </a:r>
          </a:p>
        </p:txBody>
      </p:sp>
      <p:pic>
        <p:nvPicPr>
          <p:cNvPr id="156" name="Graphic 155" descr="Baby outline">
            <a:extLst>
              <a:ext uri="{FF2B5EF4-FFF2-40B4-BE49-F238E27FC236}">
                <a16:creationId xmlns:a16="http://schemas.microsoft.com/office/drawing/2014/main" id="{855CF19F-B9C0-31C3-9DE0-5325DC5F9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7669" y="4750963"/>
            <a:ext cx="148794" cy="148794"/>
          </a:xfrm>
          <a:prstGeom prst="rect">
            <a:avLst/>
          </a:prstGeom>
        </p:spPr>
      </p:pic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D783DA2-7E75-FE34-62C9-41BFF6A818D9}"/>
              </a:ext>
            </a:extLst>
          </p:cNvPr>
          <p:cNvGrpSpPr/>
          <p:nvPr/>
        </p:nvGrpSpPr>
        <p:grpSpPr>
          <a:xfrm>
            <a:off x="4287958" y="2261265"/>
            <a:ext cx="457176" cy="215444"/>
            <a:chOff x="3614203" y="2527210"/>
            <a:chExt cx="457176" cy="215444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24E95E26-1FC7-172E-4753-36D81D6B758D}"/>
                </a:ext>
              </a:extLst>
            </p:cNvPr>
            <p:cNvSpPr txBox="1"/>
            <p:nvPr/>
          </p:nvSpPr>
          <p:spPr>
            <a:xfrm>
              <a:off x="3614203" y="2527210"/>
              <a:ext cx="45717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[ …,    ]</a:t>
              </a:r>
            </a:p>
          </p:txBody>
        </p:sp>
        <p:pic>
          <p:nvPicPr>
            <p:cNvPr id="159" name="Graphic 158" descr="Baby outline">
              <a:extLst>
                <a:ext uri="{FF2B5EF4-FFF2-40B4-BE49-F238E27FC236}">
                  <a16:creationId xmlns:a16="http://schemas.microsoft.com/office/drawing/2014/main" id="{9386A587-ABAA-40F5-BDC3-918AECF1E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21602" y="2566931"/>
              <a:ext cx="148794" cy="148794"/>
            </a:xfrm>
            <a:prstGeom prst="rect">
              <a:avLst/>
            </a:prstGeom>
          </p:spPr>
        </p:pic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5339CCE1-7532-E25E-4568-907E76423CBC}"/>
              </a:ext>
            </a:extLst>
          </p:cNvPr>
          <p:cNvSpPr txBox="1"/>
          <p:nvPr/>
        </p:nvSpPr>
        <p:spPr>
          <a:xfrm>
            <a:off x="5738530" y="3162385"/>
            <a:ext cx="4251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([ … ])</a:t>
            </a: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5761333-A773-BFEC-D478-FFBC202779C1}"/>
              </a:ext>
            </a:extLst>
          </p:cNvPr>
          <p:cNvGrpSpPr/>
          <p:nvPr/>
        </p:nvGrpSpPr>
        <p:grpSpPr>
          <a:xfrm>
            <a:off x="5688968" y="3170599"/>
            <a:ext cx="518091" cy="215444"/>
            <a:chOff x="3614203" y="2527210"/>
            <a:chExt cx="518091" cy="21544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4E0D242-DF0A-2A9C-CFA4-6CBF66CC3F08}"/>
                </a:ext>
              </a:extLst>
            </p:cNvPr>
            <p:cNvSpPr txBox="1"/>
            <p:nvPr/>
          </p:nvSpPr>
          <p:spPr>
            <a:xfrm>
              <a:off x="3614203" y="2527210"/>
              <a:ext cx="5180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([ …,    ])</a:t>
              </a:r>
            </a:p>
          </p:txBody>
        </p:sp>
        <p:pic>
          <p:nvPicPr>
            <p:cNvPr id="165" name="Graphic 164" descr="Baby outline">
              <a:extLst>
                <a:ext uri="{FF2B5EF4-FFF2-40B4-BE49-F238E27FC236}">
                  <a16:creationId xmlns:a16="http://schemas.microsoft.com/office/drawing/2014/main" id="{E2386918-6825-9DBC-6CD0-C93516A75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3927" y="2560535"/>
              <a:ext cx="148794" cy="148794"/>
            </a:xfrm>
            <a:prstGeom prst="rect">
              <a:avLst/>
            </a:prstGeom>
          </p:spPr>
        </p:pic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775486C-66AB-1F11-3807-E152EC59634A}"/>
              </a:ext>
            </a:extLst>
          </p:cNvPr>
          <p:cNvGrpSpPr/>
          <p:nvPr/>
        </p:nvGrpSpPr>
        <p:grpSpPr>
          <a:xfrm>
            <a:off x="5776981" y="3630259"/>
            <a:ext cx="457176" cy="215444"/>
            <a:chOff x="3614203" y="2527210"/>
            <a:chExt cx="457176" cy="215444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804C1CF-7DDB-AAC0-9E30-0218DE536B8F}"/>
                </a:ext>
              </a:extLst>
            </p:cNvPr>
            <p:cNvSpPr txBox="1"/>
            <p:nvPr/>
          </p:nvSpPr>
          <p:spPr>
            <a:xfrm>
              <a:off x="3614203" y="2527210"/>
              <a:ext cx="45717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[ …,    ]</a:t>
              </a:r>
            </a:p>
          </p:txBody>
        </p:sp>
        <p:pic>
          <p:nvPicPr>
            <p:cNvPr id="168" name="Graphic 167" descr="Baby outline">
              <a:extLst>
                <a:ext uri="{FF2B5EF4-FFF2-40B4-BE49-F238E27FC236}">
                  <a16:creationId xmlns:a16="http://schemas.microsoft.com/office/drawing/2014/main" id="{7D238158-5E46-13A9-3BF6-4FFF340C9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21602" y="2566931"/>
              <a:ext cx="148794" cy="148794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277523C0-70EB-F125-D462-EA69AFEBB797}"/>
              </a:ext>
            </a:extLst>
          </p:cNvPr>
          <p:cNvSpPr txBox="1"/>
          <p:nvPr/>
        </p:nvSpPr>
        <p:spPr>
          <a:xfrm>
            <a:off x="6270031" y="2789567"/>
            <a:ext cx="261610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dirty="0"/>
              <a:t>()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3C5988D-4D7B-28CE-7FA0-C1B4200EA834}"/>
              </a:ext>
            </a:extLst>
          </p:cNvPr>
          <p:cNvSpPr txBox="1"/>
          <p:nvPr/>
        </p:nvSpPr>
        <p:spPr>
          <a:xfrm>
            <a:off x="7194716" y="2320097"/>
            <a:ext cx="364202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[ … ]</a:t>
            </a:r>
          </a:p>
        </p:txBody>
      </p:sp>
      <p:pic>
        <p:nvPicPr>
          <p:cNvPr id="173" name="Graphic 172" descr="Handprint outline">
            <a:extLst>
              <a:ext uri="{FF2B5EF4-FFF2-40B4-BE49-F238E27FC236}">
                <a16:creationId xmlns:a16="http://schemas.microsoft.com/office/drawing/2014/main" id="{B0973D2D-4125-F167-7450-856FD06FED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2584" y="4399711"/>
            <a:ext cx="246221" cy="246221"/>
          </a:xfrm>
          <a:prstGeom prst="rect">
            <a:avLst/>
          </a:prstGeom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id="{D155C07C-2060-1842-92C4-8738A1194DE9}"/>
              </a:ext>
            </a:extLst>
          </p:cNvPr>
          <p:cNvSpPr txBox="1"/>
          <p:nvPr/>
        </p:nvSpPr>
        <p:spPr>
          <a:xfrm>
            <a:off x="6870313" y="5727359"/>
            <a:ext cx="518091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D7D31"/>
                </a:solidFill>
              </a:rPr>
              <a:t>([ …,    ])</a:t>
            </a:r>
          </a:p>
        </p:txBody>
      </p:sp>
      <p:pic>
        <p:nvPicPr>
          <p:cNvPr id="179" name="Graphic 178" descr="Baby outline">
            <a:extLst>
              <a:ext uri="{FF2B5EF4-FFF2-40B4-BE49-F238E27FC236}">
                <a16:creationId xmlns:a16="http://schemas.microsoft.com/office/drawing/2014/main" id="{6EADF9B8-78C8-10A0-3B04-E6DF98173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6353" y="5767853"/>
            <a:ext cx="148794" cy="148794"/>
          </a:xfrm>
          <a:prstGeom prst="rect">
            <a:avLst/>
          </a:prstGeom>
        </p:spPr>
      </p:pic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75CE4C3-9141-E0EF-EFDF-8BE47B95C7BF}"/>
              </a:ext>
            </a:extLst>
          </p:cNvPr>
          <p:cNvGrpSpPr/>
          <p:nvPr/>
        </p:nvGrpSpPr>
        <p:grpSpPr>
          <a:xfrm>
            <a:off x="5235944" y="3503471"/>
            <a:ext cx="457176" cy="215444"/>
            <a:chOff x="3614203" y="2527210"/>
            <a:chExt cx="457176" cy="215444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7AE9992C-629D-8AF9-6365-60EA6B67226F}"/>
                </a:ext>
              </a:extLst>
            </p:cNvPr>
            <p:cNvSpPr txBox="1"/>
            <p:nvPr/>
          </p:nvSpPr>
          <p:spPr>
            <a:xfrm>
              <a:off x="3614203" y="2527210"/>
              <a:ext cx="45717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[ …,    ]</a:t>
              </a:r>
            </a:p>
          </p:txBody>
        </p:sp>
        <p:pic>
          <p:nvPicPr>
            <p:cNvPr id="182" name="Graphic 181" descr="Baby outline">
              <a:extLst>
                <a:ext uri="{FF2B5EF4-FFF2-40B4-BE49-F238E27FC236}">
                  <a16:creationId xmlns:a16="http://schemas.microsoft.com/office/drawing/2014/main" id="{4DD4A0C6-CDDA-BD32-00FE-EC887B4EB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21602" y="2566931"/>
              <a:ext cx="148794" cy="148794"/>
            </a:xfrm>
            <a:prstGeom prst="rect">
              <a:avLst/>
            </a:prstGeom>
          </p:spPr>
        </p:pic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2BDE84D6-8A08-BBA1-985F-CCCB6C5E76D6}"/>
              </a:ext>
            </a:extLst>
          </p:cNvPr>
          <p:cNvSpPr txBox="1"/>
          <p:nvPr/>
        </p:nvSpPr>
        <p:spPr>
          <a:xfrm>
            <a:off x="3944566" y="43582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7521B2D-FBF5-7CB5-B7F1-3BEC859F8563}"/>
              </a:ext>
            </a:extLst>
          </p:cNvPr>
          <p:cNvSpPr txBox="1"/>
          <p:nvPr/>
        </p:nvSpPr>
        <p:spPr>
          <a:xfrm>
            <a:off x="3878676" y="435288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3138ED1-1F1A-27CC-A167-FADA957505F4}"/>
              </a:ext>
            </a:extLst>
          </p:cNvPr>
          <p:cNvSpPr txBox="1"/>
          <p:nvPr/>
        </p:nvSpPr>
        <p:spPr>
          <a:xfrm>
            <a:off x="4371377" y="4731628"/>
            <a:ext cx="348172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(10)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C8BFE29-EE0F-FA42-B6F4-D17BA79F3AFB}"/>
              </a:ext>
            </a:extLst>
          </p:cNvPr>
          <p:cNvSpPr txBox="1"/>
          <p:nvPr/>
        </p:nvSpPr>
        <p:spPr>
          <a:xfrm>
            <a:off x="7209363" y="5924850"/>
            <a:ext cx="348172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D7D31"/>
                </a:solidFill>
              </a:rPr>
              <a:t>(10)</a:t>
            </a:r>
          </a:p>
        </p:txBody>
      </p:sp>
      <p:pic>
        <p:nvPicPr>
          <p:cNvPr id="189" name="Graphic 188" descr="Abacus outline">
            <a:extLst>
              <a:ext uri="{FF2B5EF4-FFF2-40B4-BE49-F238E27FC236}">
                <a16:creationId xmlns:a16="http://schemas.microsoft.com/office/drawing/2014/main" id="{98268892-5FB3-842A-429F-B1FB721F58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7012" y="6126959"/>
            <a:ext cx="264981" cy="264981"/>
          </a:xfrm>
          <a:prstGeom prst="rect">
            <a:avLst/>
          </a:prstGeom>
        </p:spPr>
      </p:pic>
      <p:pic>
        <p:nvPicPr>
          <p:cNvPr id="191" name="Graphic 190" descr="Abacus outline">
            <a:extLst>
              <a:ext uri="{FF2B5EF4-FFF2-40B4-BE49-F238E27FC236}">
                <a16:creationId xmlns:a16="http://schemas.microsoft.com/office/drawing/2014/main" id="{26623D4A-CE61-0BC3-B2F0-AE2625A385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47632" y="5017855"/>
            <a:ext cx="264981" cy="26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3.7037E-6 L 0.12656 -0.25764 " pathEditMode="relative" rAng="0" ptsTypes="AA">
                                      <p:cBhvr>
                                        <p:cTn id="212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28" y="-1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000"/>
                            </p:stCondLst>
                            <p:childTnLst>
                              <p:par>
                                <p:cTn id="21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500"/>
                            </p:stCondLst>
                            <p:childTnLst>
                              <p:par>
                                <p:cTn id="2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59259E-6 L -0.12343 0.24861 " pathEditMode="relative" rAng="0" ptsTypes="AA">
                                      <p:cBhvr>
                                        <p:cTn id="222" dur="2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63" y="1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2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AD47"/>
                                      </p:to>
                                    </p:animClr>
                                    <p:set>
                                      <p:cBhvr>
                                        <p:cTn id="24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2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81481E-6 L -0.03932 -0.21713 " pathEditMode="relative" rAng="0" ptsTypes="AA">
                                      <p:cBhvr>
                                        <p:cTn id="274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6" y="-1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500"/>
                            </p:stCondLst>
                            <p:childTnLst>
                              <p:par>
                                <p:cTn id="27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81481E-6 L -0.08164 -0.08125 " pathEditMode="relative" rAng="0" ptsTypes="AA">
                                      <p:cBhvr>
                                        <p:cTn id="285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9" y="-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2000"/>
                            </p:stCondLst>
                            <p:childTnLst>
                              <p:par>
                                <p:cTn id="28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500"/>
                            </p:stCondLst>
                            <p:childTnLst>
                              <p:par>
                                <p:cTn id="2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7 L 0.08008 0.08194 " pathEditMode="relative" rAng="0" ptsTypes="AA">
                                      <p:cBhvr>
                                        <p:cTn id="295" dur="2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2" y="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4500"/>
                            </p:stCondLst>
                            <p:childTnLst>
                              <p:par>
                                <p:cTn id="29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.07839 -0.0757 " pathEditMode="relative" rAng="0" ptsTypes="AA">
                                      <p:cBhvr>
                                        <p:cTn id="306" dur="2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-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2000"/>
                            </p:stCondLst>
                            <p:childTnLst>
                              <p:par>
                                <p:cTn id="30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2500"/>
                            </p:stCondLst>
                            <p:childTnLst>
                              <p:par>
                                <p:cTn id="3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 -0.0051 L -0.08008 0.0706 " pathEditMode="relative" rAng="0" ptsTypes="AA">
                                      <p:cBhvr>
                                        <p:cTn id="316" dur="2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6" y="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4500"/>
                            </p:stCondLst>
                            <p:childTnLst>
                              <p:par>
                                <p:cTn id="31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500"/>
                            </p:stCondLst>
                            <p:childTnLst>
                              <p:par>
                                <p:cTn id="3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3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500"/>
                            </p:stCondLst>
                            <p:childTnLst>
                              <p:par>
                                <p:cTn id="3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  <p:set>
                                      <p:cBhvr>
                                        <p:cTn id="3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0.0388 0.21528 " pathEditMode="relative" rAng="0" ptsTypes="AA">
                                      <p:cBhvr>
                                        <p:cTn id="357" dur="2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10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2000"/>
                            </p:stCondLst>
                            <p:childTnLst>
                              <p:par>
                                <p:cTn id="35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2500"/>
                            </p:stCondLst>
                            <p:childTnLst>
                              <p:par>
                                <p:cTn id="36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5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500"/>
                            </p:stCondLst>
                            <p:childTnLst>
                              <p:par>
                                <p:cTn id="3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  <p:set>
                                      <p:cBhvr>
                                        <p:cTn id="380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12865 -0.07732 " pathEditMode="relative" rAng="0" ptsTypes="AA">
                                      <p:cBhvr>
                                        <p:cTn id="387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2" y="-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2000"/>
                            </p:stCondLst>
                            <p:childTnLst>
                              <p:par>
                                <p:cTn id="38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07617 -0.08634 " pathEditMode="relative" rAng="0" ptsTypes="AA">
                                      <p:cBhvr>
                                        <p:cTn id="398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2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2500"/>
                            </p:stCondLst>
                            <p:childTnLst>
                              <p:par>
                                <p:cTn id="4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3.7037E-7 L -0.0737 0.08334 " pathEditMode="relative" rAng="0" ptsTypes="AA">
                                      <p:cBhvr>
                                        <p:cTn id="408" dur="2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11" y="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4500"/>
                            </p:stCondLst>
                            <p:childTnLst>
                              <p:par>
                                <p:cTn id="41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00"/>
                            </p:stCondLst>
                            <p:childTnLst>
                              <p:par>
                                <p:cTn id="4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1000"/>
                            </p:stCondLst>
                            <p:childTnLst>
                              <p:par>
                                <p:cTn id="423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4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  <p:set>
                                      <p:cBhvr>
                                        <p:cTn id="44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  <p:set>
                                      <p:cBhvr>
                                        <p:cTn id="44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44444E-6 L 0.12721 0.0706 " pathEditMode="relative" rAng="0" ptsTypes="AA">
                                      <p:cBhvr>
                                        <p:cTn id="452" dur="2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28" y="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2000"/>
                            </p:stCondLst>
                            <p:childTnLst>
                              <p:par>
                                <p:cTn id="45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2" fill="hold">
                            <p:stCondLst>
                              <p:cond delay="500"/>
                            </p:stCondLst>
                            <p:childTnLst>
                              <p:par>
                                <p:cTn id="4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4472C4"/>
                                      </p:to>
                                    </p:animClr>
                                    <p:set>
                                      <p:cBhvr>
                                        <p:cTn id="468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8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8" dur="2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0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 animBg="1"/>
      <p:bldP spid="14" grpId="0"/>
      <p:bldP spid="36" grpId="0" animBg="1"/>
      <p:bldP spid="38" grpId="0" animBg="1"/>
      <p:bldP spid="41" grpId="0" animBg="1"/>
      <p:bldP spid="59" grpId="0" animBg="1"/>
      <p:bldP spid="56" grpId="0"/>
      <p:bldP spid="56" grpId="1"/>
      <p:bldP spid="56" grpId="2"/>
      <p:bldP spid="58" grpId="0"/>
      <p:bldP spid="58" grpId="1"/>
      <p:bldP spid="58" grpId="2"/>
      <p:bldP spid="60" grpId="0"/>
      <p:bldP spid="60" grpId="1"/>
      <p:bldP spid="60" grpId="2"/>
      <p:bldP spid="95" grpId="0"/>
      <p:bldP spid="95" grpId="1"/>
      <p:bldP spid="105" grpId="0" animBg="1"/>
      <p:bldP spid="105" grpId="1" animBg="1"/>
      <p:bldP spid="105" grpId="2" animBg="1"/>
      <p:bldP spid="106" grpId="0" animBg="1"/>
      <p:bldP spid="106" grpId="1" animBg="1"/>
      <p:bldP spid="106" grpId="2" animBg="1"/>
      <p:bldP spid="107" grpId="0" animBg="1"/>
      <p:bldP spid="107" grpId="1" animBg="1"/>
      <p:bldP spid="107" grpId="2" animBg="1"/>
      <p:bldP spid="123" grpId="0" animBg="1"/>
      <p:bldP spid="123" grpId="1" animBg="1"/>
      <p:bldP spid="123" grpId="2" animBg="1"/>
      <p:bldP spid="124" grpId="0" animBg="1"/>
      <p:bldP spid="124" grpId="1" animBg="1"/>
      <p:bldP spid="124" grpId="2" animBg="1"/>
      <p:bldP spid="125" grpId="0"/>
      <p:bldP spid="132" grpId="0" animBg="1"/>
      <p:bldP spid="132" grpId="1" animBg="1"/>
      <p:bldP spid="133" grpId="0" animBg="1"/>
      <p:bldP spid="133" grpId="1" animBg="1"/>
      <p:bldP spid="141" grpId="0" animBg="1"/>
      <p:bldP spid="141" grpId="1" animBg="1"/>
      <p:bldP spid="146" grpId="0" animBg="1"/>
      <p:bldP spid="146" grpId="1" animBg="1"/>
      <p:bldP spid="147" grpId="0" animBg="1"/>
      <p:bldP spid="147" grpId="1" animBg="1"/>
      <p:bldP spid="154" grpId="0" animBg="1"/>
      <p:bldP spid="154" grpId="1" animBg="1"/>
      <p:bldP spid="161" grpId="0"/>
      <p:bldP spid="161" grpId="1"/>
      <p:bldP spid="169" grpId="0" animBg="1"/>
      <p:bldP spid="169" grpId="1" animBg="1"/>
      <p:bldP spid="169" grpId="2" animBg="1"/>
      <p:bldP spid="171" grpId="0" animBg="1"/>
      <p:bldP spid="171" grpId="1" animBg="1"/>
      <p:bldP spid="171" grpId="2" animBg="1"/>
      <p:bldP spid="174" grpId="0" animBg="1"/>
      <p:bldP spid="174" grpId="1" animBg="1"/>
      <p:bldP spid="183" grpId="0"/>
      <p:bldP spid="183" grpId="1" build="allAtOnce"/>
      <p:bldP spid="184" grpId="0"/>
      <p:bldP spid="185" grpId="0" animBg="1"/>
      <p:bldP spid="185" grpId="1" animBg="1"/>
      <p:bldP spid="185" grpId="2" animBg="1"/>
      <p:bldP spid="186" grpId="0" animBg="1"/>
      <p:bldP spid="18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BFDD3B-FF69-248F-1138-C874E153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data flow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403C56-EE2D-A970-BD9C-2FD1318CE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598878"/>
              </p:ext>
            </p:extLst>
          </p:nvPr>
        </p:nvGraphicFramePr>
        <p:xfrm>
          <a:off x="987424" y="1472141"/>
          <a:ext cx="10217151" cy="4996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5717">
                  <a:extLst>
                    <a:ext uri="{9D8B030D-6E8A-4147-A177-3AD203B41FA5}">
                      <a16:colId xmlns:a16="http://schemas.microsoft.com/office/drawing/2014/main" val="3658830006"/>
                    </a:ext>
                  </a:extLst>
                </a:gridCol>
                <a:gridCol w="3405717">
                  <a:extLst>
                    <a:ext uri="{9D8B030D-6E8A-4147-A177-3AD203B41FA5}">
                      <a16:colId xmlns:a16="http://schemas.microsoft.com/office/drawing/2014/main" val="2783954110"/>
                    </a:ext>
                  </a:extLst>
                </a:gridCol>
                <a:gridCol w="3405717">
                  <a:extLst>
                    <a:ext uri="{9D8B030D-6E8A-4147-A177-3AD203B41FA5}">
                      <a16:colId xmlns:a16="http://schemas.microsoft.com/office/drawing/2014/main" val="2973544765"/>
                    </a:ext>
                  </a:extLst>
                </a:gridCol>
              </a:tblGrid>
              <a:tr h="4356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RXJS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578003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Data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223299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Change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markForCheck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refreshView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178170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Ancestor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markAsDirty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markForTraverse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448838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Unsubscribe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948572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 err="1"/>
                        <a:t>Memoization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shareReplay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 in (computed)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239913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Prevent calculation for same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distinctUntilChanged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Build in (computed)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209551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Async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Might not emit any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Always must have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260466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Peek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.pipe(take(1)).subscribe(…)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089343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Batching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 to achieve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Build in (computed)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676894"/>
                  </a:ext>
                </a:extLst>
              </a:tr>
              <a:tr h="435681">
                <a:tc>
                  <a:txBody>
                    <a:bodyPr/>
                    <a:lstStyle/>
                    <a:p>
                      <a:r>
                        <a:rPr lang="en-US" dirty="0"/>
                        <a:t>Microtasks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DOM (bindings already calculated)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Calculate Bindings + Update 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332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180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120AE-476C-2728-DC67-BFB215FC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Change Detection - Eager/Default</a:t>
            </a:r>
          </a:p>
        </p:txBody>
      </p:sp>
    </p:spTree>
    <p:extLst>
      <p:ext uri="{BB962C8B-B14F-4D97-AF65-F5344CB8AC3E}">
        <p14:creationId xmlns:p14="http://schemas.microsoft.com/office/powerpoint/2010/main" val="522497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36C450-0F98-5128-CAC0-8ECAB16D33A8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D1A39362-7102-67E3-E6F3-36FB909F37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9AF724-7AE4-5167-61F7-8C83AF8CB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927" y="70436"/>
            <a:ext cx="5968146" cy="597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86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747B0-B821-47D7-B9F4-F0644A3A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54BEF5-610E-15D7-56CC-43468B0F6D64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489A7B6B-9CD4-FD58-9036-FDE0F46DB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FC9EF-388F-195D-1DDC-C1BBAE024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652" y="749742"/>
            <a:ext cx="8387065" cy="35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2910-D91F-BD1F-51F8-416298174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D137F3-64C7-3253-F91F-61BC5EE9077A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F74700F0-ED2E-6A93-BA3E-36F4BFAC54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35A79-E440-CA0F-90AF-3582C4EAA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71" y="749741"/>
            <a:ext cx="8440328" cy="359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111C48-394C-E6C4-8656-84A51C343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750" y="183867"/>
            <a:ext cx="8516539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4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F35E-1D18-4913-D115-8A35780B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972AC4-6CDF-5B89-436B-C1047405E56B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3D4D3075-C60D-7E24-592C-A69B9A50CD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4A015-CD84-D659-E49E-E83B563F1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71" y="749741"/>
            <a:ext cx="8440328" cy="359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FAF41A-FF7D-9050-D8DF-A8F1BBA8D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750" y="183867"/>
            <a:ext cx="8516539" cy="573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D05F17-DA17-81EF-0BCB-CB82B8C85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750" y="183867"/>
            <a:ext cx="8507012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71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90A73-EDB3-BA5B-DBCE-A25F969A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535AA-39FB-B79D-80BE-D7A9ADCA4EBA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A4B2EEE9-5915-B010-9A87-6EC77741AC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DA39C9-8097-CA7C-0F59-9C63D66AE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71" y="749741"/>
            <a:ext cx="8440328" cy="359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69F870-4027-96B3-585A-9E2415D9E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750" y="183867"/>
            <a:ext cx="8516539" cy="573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66F73F-8F7C-98ED-FB2C-34768AF0E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750" y="183867"/>
            <a:ext cx="8507012" cy="5706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6574AA-AB3B-22C3-1298-3289C0DF8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5223" y="236262"/>
            <a:ext cx="8507012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13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0F2D-CAE1-7699-780C-DE1BCF71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536CD-FDDF-E4DD-BAA5-1BFED634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Change Detection - </a:t>
            </a:r>
            <a:r>
              <a:rPr lang="en-US" dirty="0" err="1"/>
              <a:t>OnPush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06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D6C6-389E-C592-98E1-263E945CC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56CF36-650A-2B68-A12D-1D7972978734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D9F0CE1C-7F3D-249D-65D3-CA0D75056E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608A52-1F2B-674F-19FA-1B2975663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71" y="749741"/>
            <a:ext cx="8440328" cy="359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F8BFDB-082F-EEC9-8F22-4208FD39E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750" y="183867"/>
            <a:ext cx="8516539" cy="573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283F71-FA30-8873-CAC7-D2E3B9EE8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750" y="183867"/>
            <a:ext cx="8507012" cy="5706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917102-7A83-BA4A-3F46-306D12CA4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5223" y="236262"/>
            <a:ext cx="8507012" cy="5668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7619D0-DFB9-DBA5-4FB9-24CCB29A65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96" y="286275"/>
            <a:ext cx="8478433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08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1B3C-8BA7-3E1A-7716-A63C49A5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D152DA-F566-33C9-C85A-1E854B2CDCB1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C4E1B16B-FF4D-41A1-83C4-2C11A96561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8BB5B0-1601-2F7F-CED9-F31937115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71" y="749741"/>
            <a:ext cx="8440328" cy="359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336390-B69D-A58F-5EB1-850484363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750" y="183867"/>
            <a:ext cx="8516539" cy="573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1FAA0C-BD96-7EF1-9D8F-33696A01B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750" y="183867"/>
            <a:ext cx="8507012" cy="5706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C3E43E-7AB2-689D-4CFF-0BF692842E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5223" y="236262"/>
            <a:ext cx="8507012" cy="5668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C6B14-B3C1-F813-D5B1-409ACFBA62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96" y="286275"/>
            <a:ext cx="8478433" cy="5611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D1BC0B-6FDD-4F5E-CFFC-2CEC0A5152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9985" y="171387"/>
            <a:ext cx="8686223" cy="57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418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98EE-927B-A390-AA34-CAE74A57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D5F48D-5DDA-9ED7-A5AD-57DA8CA6052B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F006E18D-7389-3949-42D6-40A610CC63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D781E-8E38-6238-5240-6FC5C7ECC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71" y="749741"/>
            <a:ext cx="8440328" cy="359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4507DF-77FE-CCCA-D474-E5450E344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750" y="183867"/>
            <a:ext cx="8516539" cy="573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CF3411-8B40-25AA-A206-0FE54858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750" y="183867"/>
            <a:ext cx="8507012" cy="5706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1564B3-5AC2-B954-D744-5EB66A973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5223" y="236262"/>
            <a:ext cx="8507012" cy="5668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76F2D0-9397-0E28-EAAE-5D5660CCC4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96" y="286275"/>
            <a:ext cx="8478433" cy="5611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845569-EDD7-F98A-715E-E9A8CD9377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9985" y="171387"/>
            <a:ext cx="8686223" cy="5725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948804-9649-688D-18F8-5F00BC684D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2492" y="47494"/>
            <a:ext cx="9122504" cy="598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3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08547-E284-F5BD-1B4A-2A264294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CCF147-28FA-1650-3D8A-A3685D91F970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60BC2D5A-8143-8AD8-F8E3-642013C402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7ECE54-13C8-CD55-F14A-0A3369DC9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71" y="749741"/>
            <a:ext cx="8440328" cy="359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1A19DC-5046-0FDF-6DBA-79D2BAF89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750" y="183867"/>
            <a:ext cx="8516539" cy="573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2F931B-05A7-A150-98FB-A934DFECC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750" y="183867"/>
            <a:ext cx="8507012" cy="5706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E427FC-3342-E199-FDA6-8A4094A641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5223" y="236262"/>
            <a:ext cx="8507012" cy="5668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C6F849-9B6A-BF61-6758-A3737BC24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96" y="286275"/>
            <a:ext cx="8478433" cy="5611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DB03D9-763A-B68F-8AE5-7361969880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9985" y="171387"/>
            <a:ext cx="8686223" cy="5725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E78036-7786-B37C-1AF5-FF62BE9692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2492" y="47494"/>
            <a:ext cx="9122504" cy="59803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494ACB-A787-399C-CBBF-0EFC9CB39E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1989" y="9275"/>
            <a:ext cx="9122504" cy="604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89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83B9D-A32D-F27E-CFE7-59632ADA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4FC631-3521-93BB-F983-4A652F2D9AE2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48B87EE1-8CAF-089F-B636-381DC70768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43728-5CB5-2FAA-114A-9EBE5841B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71" y="749741"/>
            <a:ext cx="8440328" cy="3591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F33D72-8478-C547-5840-E00B7C75B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239" y="264373"/>
            <a:ext cx="8487960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1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BD8DA-8159-136E-323B-0CD19ABB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F3549E-9B7C-7AFB-F49E-BC48C030C31D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3C2182CF-1FCE-B895-D82E-74AF7A8639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DF12B-8D64-C7A6-D828-346E66646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730" y="745378"/>
            <a:ext cx="8478433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08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075B0-13B8-3713-3E8E-98F12CEC2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755B54-F87C-8027-FBF3-76C7F44170DE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D8A679E0-5813-E586-E6B3-8CD536FC8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674533" cy="367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4AF8DE-87A6-DEE8-06C7-89CC89B2F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730" y="745378"/>
            <a:ext cx="8478433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57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D37CE-2856-BE0C-473B-798DD855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BC21-479F-1BB0-3D38-B0F7F1EA7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Change Detection - Signal</a:t>
            </a:r>
          </a:p>
        </p:txBody>
      </p:sp>
    </p:spTree>
    <p:extLst>
      <p:ext uri="{BB962C8B-B14F-4D97-AF65-F5344CB8AC3E}">
        <p14:creationId xmlns:p14="http://schemas.microsoft.com/office/powerpoint/2010/main" val="2530304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DE76-E8A6-3212-C751-5C03D7D8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2A718F-60E3-9429-FAB1-65747B0BA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572" y="685417"/>
            <a:ext cx="8487960" cy="5487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A75853-21D3-7942-29BA-1D5C591094B3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812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068D7-03DC-1A1C-F346-659BC51E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A971FE-C352-B79B-9FBC-5DB750131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572" y="685417"/>
            <a:ext cx="8487960" cy="54871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D7814E-4BBC-AF7C-50C2-227CB07C6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520" y="685417"/>
            <a:ext cx="8507012" cy="54776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FB5F0D-C2EB-B172-9F5A-5A79EB526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918" y="1409905"/>
            <a:ext cx="3903829" cy="4028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F8B43D-9AB4-31DA-41B7-E5C9BA084F1E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051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168D-3939-ECDA-8752-A49BA569E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977F08-B964-6F44-EAC3-953529013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572" y="685417"/>
            <a:ext cx="8487960" cy="54871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01C51F-0276-9F49-E12F-66468AA2B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520" y="685417"/>
            <a:ext cx="8507012" cy="54776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035776-6CD7-CF04-1D67-BA0D68AD5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918" y="1409905"/>
            <a:ext cx="3903829" cy="4028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302481-0B99-BD88-4326-7FE31A9F4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046" y="675890"/>
            <a:ext cx="8507012" cy="547763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B0347B6-82CB-E417-1325-0E065598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Zoneless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C3CF96-6301-AFB7-C16F-50947C4A9B36}"/>
              </a:ext>
            </a:extLst>
          </p:cNvPr>
          <p:cNvSpPr txBox="1"/>
          <p:nvPr/>
        </p:nvSpPr>
        <p:spPr>
          <a:xfrm>
            <a:off x="63926" y="6304801"/>
            <a:ext cx="1170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https://justangular.com/blog/a-change-detection-zone-js-zoneless-local-change-detection-and-signals-story/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259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16CF7A8-5E14-166C-E7C4-66A6B428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Change Detection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59B4D-B727-3A8B-9CDF-8F968DF6E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RXJS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4BAE04-975F-26C8-FA9D-ACDE520C48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Doesn’t know exactly which binding has been changed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Uses </a:t>
            </a:r>
            <a:r>
              <a:rPr lang="en-US" dirty="0" err="1"/>
              <a:t>markForCheck</a:t>
            </a:r>
            <a:r>
              <a:rPr lang="en-US" dirty="0"/>
              <a:t> in async pipe to mark element as dirty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Marks all ancestors as dirty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(recalculate ancestors bindings)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5ADA9E-0186-977F-27B2-036AD19DA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07A3BA-718B-C05D-E03F-08A129379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103350"/>
            <a:ext cx="5183188" cy="36845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Knows exactly which binding has been changed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Uses </a:t>
            </a:r>
            <a:r>
              <a:rPr lang="en-US" dirty="0" err="1"/>
              <a:t>RefreshView</a:t>
            </a:r>
            <a:r>
              <a:rPr lang="en-US" dirty="0"/>
              <a:t> to mark element to recalculate bindings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Marks all ancestors as </a:t>
            </a:r>
            <a:r>
              <a:rPr lang="en-US" dirty="0" err="1"/>
              <a:t>HasChildViewsToRefresh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(is not recalculating ancestors bindings)</a:t>
            </a:r>
          </a:p>
        </p:txBody>
      </p:sp>
    </p:spTree>
    <p:extLst>
      <p:ext uri="{BB962C8B-B14F-4D97-AF65-F5344CB8AC3E}">
        <p14:creationId xmlns:p14="http://schemas.microsoft.com/office/powerpoint/2010/main" val="134238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BD1E51-DFFA-4FFE-2BDA-328856B9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279C4F-2F36-4205-2E9C-FC717C7F2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RXJS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875926-A293-31FF-10E0-12C54D68A3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Http Requests (mostly POSTs)</a:t>
            </a:r>
          </a:p>
          <a:p>
            <a:r>
              <a:rPr lang="en-US" sz="2400" dirty="0"/>
              <a:t>Complex event streams (debouncing/ throttling, retrying)</a:t>
            </a:r>
          </a:p>
          <a:p>
            <a:r>
              <a:rPr lang="en-US" sz="2400" dirty="0"/>
              <a:t>Data Pipelines (map, filter, </a:t>
            </a:r>
            <a:r>
              <a:rPr lang="en-US" sz="2400" dirty="0" err="1"/>
              <a:t>mergeMap</a:t>
            </a:r>
            <a:r>
              <a:rPr lang="en-US" sz="2400" dirty="0"/>
              <a:t>)</a:t>
            </a:r>
          </a:p>
          <a:p>
            <a:r>
              <a:rPr lang="en-US" sz="2400" dirty="0"/>
              <a:t>Complex Async operations</a:t>
            </a:r>
          </a:p>
          <a:p>
            <a:r>
              <a:rPr lang="en-US" sz="2400" dirty="0"/>
              <a:t>All invocation of stream is important (not batching changes)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9227DE-579B-C31E-882C-E132FA2FB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Signals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99839B-00CD-B2B6-88AD-091BFD95CF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Http Requests (GET)</a:t>
            </a:r>
          </a:p>
          <a:p>
            <a:endParaRPr lang="en-US" sz="2400" dirty="0"/>
          </a:p>
          <a:p>
            <a:r>
              <a:rPr lang="en-US" sz="2400" dirty="0"/>
              <a:t>Simple data stream (computed)</a:t>
            </a:r>
          </a:p>
          <a:p>
            <a:endParaRPr lang="en-US" sz="2400" dirty="0"/>
          </a:p>
          <a:p>
            <a:r>
              <a:rPr lang="en-US" sz="2400" dirty="0"/>
              <a:t>New useful operators (input, output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Forms</a:t>
            </a:r>
          </a:p>
        </p:txBody>
      </p:sp>
    </p:spTree>
    <p:extLst>
      <p:ext uri="{BB962C8B-B14F-4D97-AF65-F5344CB8AC3E}">
        <p14:creationId xmlns:p14="http://schemas.microsoft.com/office/powerpoint/2010/main" val="72745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99FEB74-DC18-C47F-1183-A8F7D813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signals features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6D453C-A0A6-CFBC-178C-872ECCD91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toObservable</a:t>
            </a:r>
            <a:endParaRPr lang="en-US" dirty="0"/>
          </a:p>
          <a:p>
            <a:r>
              <a:rPr lang="en-US" dirty="0" err="1"/>
              <a:t>toSignal</a:t>
            </a:r>
            <a:endParaRPr lang="en-US" dirty="0"/>
          </a:p>
          <a:p>
            <a:r>
              <a:rPr lang="en-US" dirty="0"/>
              <a:t>input</a:t>
            </a:r>
          </a:p>
          <a:p>
            <a:r>
              <a:rPr lang="en-US" dirty="0"/>
              <a:t>output</a:t>
            </a:r>
          </a:p>
          <a:p>
            <a:r>
              <a:rPr lang="en-US" dirty="0" err="1"/>
              <a:t>viewChild</a:t>
            </a:r>
            <a:r>
              <a:rPr lang="en-US" dirty="0"/>
              <a:t>, </a:t>
            </a:r>
            <a:r>
              <a:rPr lang="en-US" dirty="0" err="1"/>
              <a:t>viewChildren</a:t>
            </a:r>
            <a:r>
              <a:rPr lang="en-US" dirty="0"/>
              <a:t>, </a:t>
            </a:r>
            <a:r>
              <a:rPr lang="en-US" dirty="0" err="1"/>
              <a:t>contentChild</a:t>
            </a:r>
            <a:r>
              <a:rPr lang="en-US" dirty="0"/>
              <a:t>, </a:t>
            </a:r>
            <a:r>
              <a:rPr lang="en-US" dirty="0" err="1"/>
              <a:t>contentChildren</a:t>
            </a:r>
            <a:endParaRPr lang="en-US" dirty="0"/>
          </a:p>
          <a:p>
            <a:r>
              <a:rPr lang="en-US" dirty="0"/>
              <a:t>model</a:t>
            </a:r>
          </a:p>
          <a:p>
            <a:r>
              <a:rPr lang="en-US" dirty="0" err="1"/>
              <a:t>linkedSignal</a:t>
            </a:r>
            <a:endParaRPr lang="en-US" dirty="0"/>
          </a:p>
          <a:p>
            <a:r>
              <a:rPr lang="en-US" dirty="0"/>
              <a:t>resource (</a:t>
            </a:r>
            <a:r>
              <a:rPr lang="en-US" dirty="0" err="1"/>
              <a:t>rxResource</a:t>
            </a:r>
            <a:r>
              <a:rPr lang="en-US" dirty="0"/>
              <a:t>, </a:t>
            </a:r>
            <a:r>
              <a:rPr lang="en-US" dirty="0" err="1"/>
              <a:t>httpResource</a:t>
            </a:r>
            <a:r>
              <a:rPr lang="en-US" dirty="0"/>
              <a:t>)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(experimental)</a:t>
            </a:r>
            <a:endParaRPr lang="en-US" dirty="0"/>
          </a:p>
          <a:p>
            <a:r>
              <a:rPr lang="en-US" dirty="0" err="1"/>
              <a:t>ngrx</a:t>
            </a:r>
            <a:r>
              <a:rPr lang="en-US" dirty="0"/>
              <a:t> signal store</a:t>
            </a:r>
          </a:p>
          <a:p>
            <a:r>
              <a:rPr lang="en-US" dirty="0"/>
              <a:t>Signal forms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(experimental)</a:t>
            </a:r>
          </a:p>
          <a:p>
            <a:r>
              <a:rPr lang="en-US" dirty="0" err="1"/>
              <a:t>Devtools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Stream Sich Ft. Sejmi- Impostor (m/m prod.sejmi) by s i c h | Listen online  for free on SoundCloud">
            <a:extLst>
              <a:ext uri="{FF2B5EF4-FFF2-40B4-BE49-F238E27FC236}">
                <a16:creationId xmlns:a16="http://schemas.microsoft.com/office/drawing/2014/main" id="{ABF22791-3231-C993-0960-D522A390D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142" y="2876550"/>
            <a:ext cx="458416" cy="45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5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D01B-9A69-8A25-65A3-A1A969D3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C1F929-68AB-4ECC-024E-929C4802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QA</a:t>
            </a:r>
          </a:p>
        </p:txBody>
      </p:sp>
    </p:spTree>
    <p:extLst>
      <p:ext uri="{BB962C8B-B14F-4D97-AF65-F5344CB8AC3E}">
        <p14:creationId xmlns:p14="http://schemas.microsoft.com/office/powerpoint/2010/main" val="2719086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9C75-6370-2263-9BB1-9FD3F4D2E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Meme: &quot;Thank you for your attention The end of the presentation&quot; - All  Templates - Meme-arsenal.com">
            <a:extLst>
              <a:ext uri="{FF2B5EF4-FFF2-40B4-BE49-F238E27FC236}">
                <a16:creationId xmlns:a16="http://schemas.microsoft.com/office/drawing/2014/main" id="{A2C2E102-DF5F-6CF5-D117-DEB93552B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443" y="1575380"/>
            <a:ext cx="5777114" cy="370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943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1933</TotalTime>
  <Words>1039</Words>
  <Application>Microsoft Office PowerPoint</Application>
  <PresentationFormat>Widescreen</PresentationFormat>
  <Paragraphs>221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Calibri</vt:lpstr>
      <vt:lpstr>Calibri Light</vt:lpstr>
      <vt:lpstr>Office 2013 - 2022 Theme</vt:lpstr>
      <vt:lpstr>Signals in Angular</vt:lpstr>
      <vt:lpstr>Signals in Angular</vt:lpstr>
      <vt:lpstr>signal(): WritableSignal&lt;T&gt;</vt:lpstr>
      <vt:lpstr>computed(): Signal&lt;T&gt;</vt:lpstr>
      <vt:lpstr>effect(() =&gt; {});</vt:lpstr>
      <vt:lpstr>effect(() =&gt; {}); - when to use</vt:lpstr>
      <vt:lpstr>Other effects</vt:lpstr>
      <vt:lpstr>Data flow</vt:lpstr>
      <vt:lpstr>RXJS – Data flow</vt:lpstr>
      <vt:lpstr>Signal – Data flow</vt:lpstr>
      <vt:lpstr>Differences in data flow</vt:lpstr>
      <vt:lpstr>Change Detection - Eager/Default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 Detection - OnPush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 Detection - Signal</vt:lpstr>
      <vt:lpstr>PowerPoint Presentation</vt:lpstr>
      <vt:lpstr>PowerPoint Presentation</vt:lpstr>
      <vt:lpstr>In Zoneless</vt:lpstr>
      <vt:lpstr>Difference in Change Detection</vt:lpstr>
      <vt:lpstr>When to use?</vt:lpstr>
      <vt:lpstr>Other signals features</vt:lpstr>
      <vt:lpstr>QA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Paduch</dc:creator>
  <cp:lastModifiedBy>Michal Paduch</cp:lastModifiedBy>
  <cp:revision>7</cp:revision>
  <dcterms:created xsi:type="dcterms:W3CDTF">2026-03-21T21:37:20Z</dcterms:created>
  <dcterms:modified xsi:type="dcterms:W3CDTF">2026-03-24T07:31:56Z</dcterms:modified>
</cp:coreProperties>
</file>